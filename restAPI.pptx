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tags/tag42.xml" ContentType="application/vnd.openxmlformats-officedocument.presentationml.tags+xml"/>
  <Override PartName="/ppt/notesSlides/notesSlide10.xml" ContentType="application/vnd.openxmlformats-officedocument.presentationml.notesSlide+xml"/>
  <Override PartName="/ppt/tags/tag4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notesSlides/notesSlide12.xml" ContentType="application/vnd.openxmlformats-officedocument.presentationml.notesSlide+xml"/>
  <Override PartName="/ppt/tags/tag45.xml" ContentType="application/vnd.openxmlformats-officedocument.presentationml.tags+xml"/>
  <Override PartName="/ppt/notesSlides/notesSlide13.xml" ContentType="application/vnd.openxmlformats-officedocument.presentationml.notesSlide+xml"/>
  <Override PartName="/ppt/tags/tag46.xml" ContentType="application/vnd.openxmlformats-officedocument.presentationml.tags+xml"/>
  <Override PartName="/ppt/notesSlides/notesSlide14.xml" ContentType="application/vnd.openxmlformats-officedocument.presentationml.notesSlide+xml"/>
  <Override PartName="/ppt/tags/tag47.xml" ContentType="application/vnd.openxmlformats-officedocument.presentationml.tags+xml"/>
  <Override PartName="/ppt/notesSlides/notesSlide15.xml" ContentType="application/vnd.openxmlformats-officedocument.presentationml.notesSlide+xml"/>
  <Override PartName="/ppt/tags/tag4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4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5"/>
    <p:sldMasterId id="2147483662" r:id="rId6"/>
    <p:sldMasterId id="2147483684" r:id="rId7"/>
    <p:sldMasterId id="2147483731" r:id="rId8"/>
  </p:sldMasterIdLst>
  <p:notesMasterIdLst>
    <p:notesMasterId r:id="rId49"/>
  </p:notesMasterIdLst>
  <p:handoutMasterIdLst>
    <p:handoutMasterId r:id="rId50"/>
  </p:handoutMasterIdLst>
  <p:sldIdLst>
    <p:sldId id="349" r:id="rId9"/>
    <p:sldId id="365" r:id="rId10"/>
    <p:sldId id="363" r:id="rId11"/>
    <p:sldId id="367" r:id="rId12"/>
    <p:sldId id="368" r:id="rId13"/>
    <p:sldId id="369" r:id="rId14"/>
    <p:sldId id="366" r:id="rId15"/>
    <p:sldId id="364" r:id="rId16"/>
    <p:sldId id="264" r:id="rId17"/>
    <p:sldId id="307" r:id="rId18"/>
    <p:sldId id="329" r:id="rId19"/>
    <p:sldId id="265" r:id="rId20"/>
    <p:sldId id="273" r:id="rId21"/>
    <p:sldId id="309" r:id="rId22"/>
    <p:sldId id="269" r:id="rId23"/>
    <p:sldId id="320" r:id="rId24"/>
    <p:sldId id="270" r:id="rId25"/>
    <p:sldId id="323" r:id="rId26"/>
    <p:sldId id="319" r:id="rId27"/>
    <p:sldId id="359" r:id="rId28"/>
    <p:sldId id="321" r:id="rId29"/>
    <p:sldId id="325" r:id="rId30"/>
    <p:sldId id="326" r:id="rId31"/>
    <p:sldId id="330" r:id="rId32"/>
    <p:sldId id="331" r:id="rId33"/>
    <p:sldId id="332" r:id="rId34"/>
    <p:sldId id="333" r:id="rId35"/>
    <p:sldId id="271" r:id="rId36"/>
    <p:sldId id="314" r:id="rId37"/>
    <p:sldId id="334" r:id="rId38"/>
    <p:sldId id="335" r:id="rId39"/>
    <p:sldId id="336" r:id="rId40"/>
    <p:sldId id="324" r:id="rId41"/>
    <p:sldId id="343" r:id="rId42"/>
    <p:sldId id="337" r:id="rId43"/>
    <p:sldId id="338" r:id="rId44"/>
    <p:sldId id="339" r:id="rId45"/>
    <p:sldId id="340" r:id="rId46"/>
    <p:sldId id="341" r:id="rId47"/>
    <p:sldId id="342" r:id="rId48"/>
  </p:sldIdLst>
  <p:sldSz cx="12192000" cy="6858000"/>
  <p:notesSz cx="7099300" cy="10234613"/>
  <p:custDataLst>
    <p:tags r:id="rId51"/>
  </p:custDataLst>
  <p:defaultTextStyle>
    <a:defPPr>
      <a:defRPr lang="de-DE"/>
    </a:defPPr>
    <a:lvl1pPr algn="l" defTabSz="4556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4556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4556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4556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4556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800"/>
    <a:srgbClr val="737B82"/>
    <a:srgbClr val="B9BDC0"/>
    <a:srgbClr val="969CA1"/>
    <a:srgbClr val="DCDEE0"/>
    <a:srgbClr val="B9BD00"/>
    <a:srgbClr val="ABAFB3"/>
    <a:srgbClr val="848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Designformatvorlage 2 - Akz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Designformatvorlage 2 - Akz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9" autoAdjust="0"/>
    <p:restoredTop sz="77006" autoAdjust="0"/>
  </p:normalViewPr>
  <p:slideViewPr>
    <p:cSldViewPr snapToObjects="1">
      <p:cViewPr varScale="1">
        <p:scale>
          <a:sx n="86" d="100"/>
          <a:sy n="86" d="100"/>
        </p:scale>
        <p:origin x="654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83" d="100"/>
          <a:sy n="83" d="100"/>
        </p:scale>
        <p:origin x="3852" y="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slide" Target="slides/slide33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8" Type="http://schemas.openxmlformats.org/officeDocument/2006/relationships/slideMaster" Target="slideMasters/slideMaster4.xml"/><Relationship Id="rId51" Type="http://schemas.openxmlformats.org/officeDocument/2006/relationships/tags" Target="tags/tag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>
            <a:extLst>
              <a:ext uri="{FF2B5EF4-FFF2-40B4-BE49-F238E27FC236}">
                <a16:creationId xmlns:a16="http://schemas.microsoft.com/office/drawing/2014/main" id="{CFF4182E-1EF3-1858-7030-B56B5D62EA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5254" tIns="47627" rIns="95254" bIns="47627" rtlCol="0"/>
          <a:lstStyle>
            <a:lvl1pPr algn="l" defTabSz="45715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698C48-DB7A-ABDD-D4A1-BB20E2A964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5254" tIns="47627" rIns="95254" bIns="47627" rtlCol="0"/>
          <a:lstStyle>
            <a:lvl1pPr algn="r" defTabSz="457158" eaLnBrk="1" fontAlgn="auto" hangingPunct="1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7DB39158-ACC9-482A-97D8-CC8EBA91592C}" type="datetimeFigureOut">
              <a:rPr lang="de-DE"/>
              <a:pPr>
                <a:defRPr/>
              </a:pPr>
              <a:t>30.10.2024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7C1C11-0656-AA50-07C7-9DFBD1DB7A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5254" tIns="47627" rIns="95254" bIns="47627" rtlCol="0" anchor="b"/>
          <a:lstStyle>
            <a:lvl1pPr algn="l" defTabSz="45715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50CD80-962C-36A6-8C28-3CA86654E3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5254" tIns="47627" rIns="95254" bIns="4762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9AB829F5-5E06-4B8B-A5E1-61C51B86D10C}" type="slidenum">
              <a:rPr lang="de-DE" altLang="sv-SE"/>
              <a:pPr/>
              <a:t>‹#›</a:t>
            </a:fld>
            <a:endParaRPr lang="de-DE" altLang="sv-S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>
            <a:extLst>
              <a:ext uri="{FF2B5EF4-FFF2-40B4-BE49-F238E27FC236}">
                <a16:creationId xmlns:a16="http://schemas.microsoft.com/office/drawing/2014/main" id="{EF124009-5D2A-C809-E228-5E79ED59B5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5254" tIns="47627" rIns="95254" bIns="47627" rtlCol="0"/>
          <a:lstStyle>
            <a:lvl1pPr algn="l" defTabSz="457158" eaLnBrk="1" fontAlgn="auto" hangingPunct="1">
              <a:spcBef>
                <a:spcPts val="0"/>
              </a:spcBef>
              <a:spcAft>
                <a:spcPts val="0"/>
              </a:spcAft>
              <a:defRPr sz="13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B35C2D-062D-883E-2948-993EE161A7D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5254" tIns="47627" rIns="95254" bIns="47627" rtlCol="0"/>
          <a:lstStyle>
            <a:lvl1pPr algn="r" defTabSz="457158" eaLnBrk="1" fontAlgn="auto" hangingPunct="1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F7771496-5C66-47D2-94EF-CE4B2BBC8668}" type="datetimeFigureOut">
              <a:rPr lang="en-US"/>
              <a:pPr>
                <a:defRPr/>
              </a:pPr>
              <a:t>10/30/2024</a:t>
            </a:fld>
            <a:endParaRPr lang="en-US" dirty="0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2AA0CE18-13F9-75E6-6C73-63C052DC3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54" tIns="47627" rIns="95254" bIns="47627" rtlCol="0" anchor="ctr"/>
          <a:lstStyle/>
          <a:p>
            <a:pPr lvl="0"/>
            <a:endParaRPr lang="en-US" noProof="0" dirty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CDDF5276-EF13-A0E2-D0BC-BCD70160D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5254" tIns="47627" rIns="95254" bIns="47627" rtlCol="0"/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E59392-0DB1-D89F-A7BE-43798DE906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5254" tIns="47627" rIns="95254" bIns="47627" rtlCol="0" anchor="b"/>
          <a:lstStyle>
            <a:lvl1pPr algn="l" defTabSz="457158" eaLnBrk="1" fontAlgn="auto" hangingPunct="1">
              <a:spcBef>
                <a:spcPts val="0"/>
              </a:spcBef>
              <a:spcAft>
                <a:spcPts val="0"/>
              </a:spcAft>
              <a:defRPr sz="13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93786C-D9C5-68BD-1226-76FBBFABA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5254" tIns="47627" rIns="95254" bIns="4762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57A775EC-BC3A-496D-BFAA-6B58A16A9DC8}" type="slidenum">
              <a:rPr lang="en-US" altLang="sv-SE"/>
              <a:pPr/>
              <a:t>‹#›</a:t>
            </a:fld>
            <a:endParaRPr lang="en-US" alt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56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4556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4556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4556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4556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2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0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8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6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lienbildplatzhalter 1">
            <a:extLst>
              <a:ext uri="{FF2B5EF4-FFF2-40B4-BE49-F238E27FC236}">
                <a16:creationId xmlns:a16="http://schemas.microsoft.com/office/drawing/2014/main" id="{70536277-3CC1-B112-F3C8-9DB5920AD7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izenplatzhalter 2">
            <a:extLst>
              <a:ext uri="{FF2B5EF4-FFF2-40B4-BE49-F238E27FC236}">
                <a16:creationId xmlns:a16="http://schemas.microsoft.com/office/drawing/2014/main" id="{A2432334-BC24-B452-8567-A3F641C084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sv-SE"/>
              <a:t>Hier wird ein Bild eingefügt, das komplett formatfüllend die ganze Folie bedeckt (auch das Logo)</a:t>
            </a:r>
          </a:p>
        </p:txBody>
      </p:sp>
      <p:sp>
        <p:nvSpPr>
          <p:cNvPr id="52228" name="Foliennummernplatzhalter 3">
            <a:extLst>
              <a:ext uri="{FF2B5EF4-FFF2-40B4-BE49-F238E27FC236}">
                <a16:creationId xmlns:a16="http://schemas.microsoft.com/office/drawing/2014/main" id="{73074F03-670F-CA9F-EC22-E2F8832BC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30C15F8-DA83-4B9C-B6A6-0180F4DE4EC7}" type="slidenum">
              <a:rPr lang="en-US" altLang="sv-SE"/>
              <a:pPr/>
              <a:t>1</a:t>
            </a:fld>
            <a:endParaRPr lang="en-US" altLang="sv-SE"/>
          </a:p>
        </p:txBody>
      </p:sp>
    </p:spTree>
    <p:extLst>
      <p:ext uri="{BB962C8B-B14F-4D97-AF65-F5344CB8AC3E}">
        <p14:creationId xmlns:p14="http://schemas.microsoft.com/office/powerpoint/2010/main" val="2373727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6351-20A8-1DA2-DE2C-107E5F3A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lienbildplatzhalter 1">
            <a:extLst>
              <a:ext uri="{FF2B5EF4-FFF2-40B4-BE49-F238E27FC236}">
                <a16:creationId xmlns:a16="http://schemas.microsoft.com/office/drawing/2014/main" id="{FF510C5E-7545-43B6-FA9E-CD16DB3AED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izenplatzhalter 2">
            <a:extLst>
              <a:ext uri="{FF2B5EF4-FFF2-40B4-BE49-F238E27FC236}">
                <a16:creationId xmlns:a16="http://schemas.microsoft.com/office/drawing/2014/main" id="{D4AF6317-DF81-802C-D2BD-12651D6709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48132" name="Foliennummernplatzhalter 3">
            <a:extLst>
              <a:ext uri="{FF2B5EF4-FFF2-40B4-BE49-F238E27FC236}">
                <a16:creationId xmlns:a16="http://schemas.microsoft.com/office/drawing/2014/main" id="{4318C237-BE80-7787-786B-892803614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3192114-D0D4-4F14-83AA-B1F68DEF8C3E}" type="slidenum">
              <a:rPr lang="en-US" altLang="sv-SE"/>
              <a:pPr/>
              <a:t>2</a:t>
            </a:fld>
            <a:endParaRPr lang="en-US" altLang="sv-SE"/>
          </a:p>
        </p:txBody>
      </p:sp>
    </p:spTree>
    <p:extLst>
      <p:ext uri="{BB962C8B-B14F-4D97-AF65-F5344CB8AC3E}">
        <p14:creationId xmlns:p14="http://schemas.microsoft.com/office/powerpoint/2010/main" val="1951434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B1B6-5688-8B21-DC65-614738D5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lienbildplatzhalter 1">
            <a:extLst>
              <a:ext uri="{FF2B5EF4-FFF2-40B4-BE49-F238E27FC236}">
                <a16:creationId xmlns:a16="http://schemas.microsoft.com/office/drawing/2014/main" id="{A0699969-8DC0-D20A-4664-08CD257161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izenplatzhalter 2">
            <a:extLst>
              <a:ext uri="{FF2B5EF4-FFF2-40B4-BE49-F238E27FC236}">
                <a16:creationId xmlns:a16="http://schemas.microsoft.com/office/drawing/2014/main" id="{97520ECA-3498-BE96-2DF0-17DC68675F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48132" name="Foliennummernplatzhalter 3">
            <a:extLst>
              <a:ext uri="{FF2B5EF4-FFF2-40B4-BE49-F238E27FC236}">
                <a16:creationId xmlns:a16="http://schemas.microsoft.com/office/drawing/2014/main" id="{665D3183-9758-B660-40CE-EBFE4920A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3192114-D0D4-4F14-83AA-B1F68DEF8C3E}" type="slidenum">
              <a:rPr lang="en-US" altLang="sv-SE"/>
              <a:pPr/>
              <a:t>7</a:t>
            </a:fld>
            <a:endParaRPr lang="en-US" altLang="sv-SE"/>
          </a:p>
        </p:txBody>
      </p:sp>
    </p:spTree>
    <p:extLst>
      <p:ext uri="{BB962C8B-B14F-4D97-AF65-F5344CB8AC3E}">
        <p14:creationId xmlns:p14="http://schemas.microsoft.com/office/powerpoint/2010/main" val="527508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lienbildplatzhalter 1">
            <a:extLst>
              <a:ext uri="{FF2B5EF4-FFF2-40B4-BE49-F238E27FC236}">
                <a16:creationId xmlns:a16="http://schemas.microsoft.com/office/drawing/2014/main" id="{DBB4B2C1-3FD3-A29D-99CD-7EF9A25A98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izenplatzhalter 2">
            <a:extLst>
              <a:ext uri="{FF2B5EF4-FFF2-40B4-BE49-F238E27FC236}">
                <a16:creationId xmlns:a16="http://schemas.microsoft.com/office/drawing/2014/main" id="{1A68FFA0-34C4-D8DC-07EF-C0F758E8A0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sv-SE"/>
              <a:t>Diese Seite bleibt bis auf die Fußzeile unverändert </a:t>
            </a:r>
          </a:p>
        </p:txBody>
      </p:sp>
      <p:sp>
        <p:nvSpPr>
          <p:cNvPr id="46084" name="Foliennummernplatzhalter 3">
            <a:extLst>
              <a:ext uri="{FF2B5EF4-FFF2-40B4-BE49-F238E27FC236}">
                <a16:creationId xmlns:a16="http://schemas.microsoft.com/office/drawing/2014/main" id="{FE8C2200-45FD-A898-CAD7-811875963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2E5CAE9-4A80-41DB-8A51-98A4ACFF81D6}" type="slidenum">
              <a:rPr lang="en-US" altLang="sv-SE"/>
              <a:pPr/>
              <a:t>9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lienbildplatzhalter 1">
            <a:extLst>
              <a:ext uri="{FF2B5EF4-FFF2-40B4-BE49-F238E27FC236}">
                <a16:creationId xmlns:a16="http://schemas.microsoft.com/office/drawing/2014/main" id="{85223BB9-E878-3D18-7384-267E7F031D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izenplatzhalter 2">
            <a:extLst>
              <a:ext uri="{FF2B5EF4-FFF2-40B4-BE49-F238E27FC236}">
                <a16:creationId xmlns:a16="http://schemas.microsoft.com/office/drawing/2014/main" id="{B38559E9-A77E-A750-72BB-764210740D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44036" name="Foliennummernplatzhalter 3">
            <a:extLst>
              <a:ext uri="{FF2B5EF4-FFF2-40B4-BE49-F238E27FC236}">
                <a16:creationId xmlns:a16="http://schemas.microsoft.com/office/drawing/2014/main" id="{2EA07D05-5FC7-945A-6FD0-9C4D99FF8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FED8244-E52D-4543-98AA-6A42F928063B}" type="slidenum">
              <a:rPr lang="en-US" altLang="sv-SE"/>
              <a:pPr/>
              <a:t>10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lienbildplatzhalter 1">
            <a:extLst>
              <a:ext uri="{FF2B5EF4-FFF2-40B4-BE49-F238E27FC236}">
                <a16:creationId xmlns:a16="http://schemas.microsoft.com/office/drawing/2014/main" id="{C044D573-C73E-8970-ED5A-D29FF48546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izenplatzhalter 2">
            <a:extLst>
              <a:ext uri="{FF2B5EF4-FFF2-40B4-BE49-F238E27FC236}">
                <a16:creationId xmlns:a16="http://schemas.microsoft.com/office/drawing/2014/main" id="{7CFDCFF3-9FD3-A80F-CE9C-6DD41748BA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48132" name="Foliennummernplatzhalter 3">
            <a:extLst>
              <a:ext uri="{FF2B5EF4-FFF2-40B4-BE49-F238E27FC236}">
                <a16:creationId xmlns:a16="http://schemas.microsoft.com/office/drawing/2014/main" id="{AA164D72-62E3-3114-9ECD-8BC4EC899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3192114-D0D4-4F14-83AA-B1F68DEF8C3E}" type="slidenum">
              <a:rPr lang="en-US" altLang="sv-SE"/>
              <a:pPr/>
              <a:t>11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lienbildplatzhalter 1">
            <a:extLst>
              <a:ext uri="{FF2B5EF4-FFF2-40B4-BE49-F238E27FC236}">
                <a16:creationId xmlns:a16="http://schemas.microsoft.com/office/drawing/2014/main" id="{2DF6058D-D455-3201-C669-AAFF8DEA05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izenplatzhalter 2">
            <a:extLst>
              <a:ext uri="{FF2B5EF4-FFF2-40B4-BE49-F238E27FC236}">
                <a16:creationId xmlns:a16="http://schemas.microsoft.com/office/drawing/2014/main" id="{3612BB46-5C11-5EEC-A3D2-9233A1B48B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50180" name="Foliennummernplatzhalter 3">
            <a:extLst>
              <a:ext uri="{FF2B5EF4-FFF2-40B4-BE49-F238E27FC236}">
                <a16:creationId xmlns:a16="http://schemas.microsoft.com/office/drawing/2014/main" id="{78B2EEE5-8213-363F-F80D-AC2D3E8E8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D7681B-29FE-4D33-968C-D2327BDFF02D}" type="slidenum">
              <a:rPr lang="en-US" altLang="sv-SE"/>
              <a:pPr/>
              <a:t>12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lienbildplatzhalter 1">
            <a:extLst>
              <a:ext uri="{FF2B5EF4-FFF2-40B4-BE49-F238E27FC236}">
                <a16:creationId xmlns:a16="http://schemas.microsoft.com/office/drawing/2014/main" id="{C74E21DE-980D-5EEC-FF4C-E0339A4C9B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izenplatzhalter 2">
            <a:extLst>
              <a:ext uri="{FF2B5EF4-FFF2-40B4-BE49-F238E27FC236}">
                <a16:creationId xmlns:a16="http://schemas.microsoft.com/office/drawing/2014/main" id="{BA01B507-EBAC-401C-FCF5-C754622CD9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54276" name="Foliennummernplatzhalter 3">
            <a:extLst>
              <a:ext uri="{FF2B5EF4-FFF2-40B4-BE49-F238E27FC236}">
                <a16:creationId xmlns:a16="http://schemas.microsoft.com/office/drawing/2014/main" id="{6D8726E5-1A13-A882-8FEA-4EB798674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197A0D7-92AF-4206-B810-E33099A67B6A}" type="slidenum">
              <a:rPr lang="en-US" altLang="sv-SE"/>
              <a:pPr/>
              <a:t>13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lienbildplatzhalter 1">
            <a:extLst>
              <a:ext uri="{FF2B5EF4-FFF2-40B4-BE49-F238E27FC236}">
                <a16:creationId xmlns:a16="http://schemas.microsoft.com/office/drawing/2014/main" id="{26221D1E-C3C9-8CD7-9D35-B91065AB99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izenplatzhalter 2">
            <a:extLst>
              <a:ext uri="{FF2B5EF4-FFF2-40B4-BE49-F238E27FC236}">
                <a16:creationId xmlns:a16="http://schemas.microsoft.com/office/drawing/2014/main" id="{3603E543-6D02-564B-C2A6-1F8B46EEDB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56324" name="Foliennummernplatzhalter 3">
            <a:extLst>
              <a:ext uri="{FF2B5EF4-FFF2-40B4-BE49-F238E27FC236}">
                <a16:creationId xmlns:a16="http://schemas.microsoft.com/office/drawing/2014/main" id="{E86AF845-E3E0-1012-E047-E8236F852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3EB83BD-7E6C-43F3-9C77-844851DFFA8F}" type="slidenum">
              <a:rPr lang="en-US" altLang="sv-SE"/>
              <a:pPr/>
              <a:t>14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lienbildplatzhalter 1">
            <a:extLst>
              <a:ext uri="{FF2B5EF4-FFF2-40B4-BE49-F238E27FC236}">
                <a16:creationId xmlns:a16="http://schemas.microsoft.com/office/drawing/2014/main" id="{E33B4813-5B56-7617-158D-EE89A52752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izenplatzhalter 2">
            <a:extLst>
              <a:ext uri="{FF2B5EF4-FFF2-40B4-BE49-F238E27FC236}">
                <a16:creationId xmlns:a16="http://schemas.microsoft.com/office/drawing/2014/main" id="{CD583F9E-5E63-3558-21C5-9BCB7E71AB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58372" name="Foliennummernplatzhalter 3">
            <a:extLst>
              <a:ext uri="{FF2B5EF4-FFF2-40B4-BE49-F238E27FC236}">
                <a16:creationId xmlns:a16="http://schemas.microsoft.com/office/drawing/2014/main" id="{48C1ADD9-2E33-149C-D693-77E424C49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330E63D-DD7C-4B23-B7DB-D40154F5E381}" type="slidenum">
              <a:rPr lang="en-US" altLang="sv-SE"/>
              <a:pPr/>
              <a:t>15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lienbildplatzhalter 1">
            <a:extLst>
              <a:ext uri="{FF2B5EF4-FFF2-40B4-BE49-F238E27FC236}">
                <a16:creationId xmlns:a16="http://schemas.microsoft.com/office/drawing/2014/main" id="{197BAE34-368C-E774-B2F3-43D0DCA8AE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izenplatzhalter 2">
            <a:extLst>
              <a:ext uri="{FF2B5EF4-FFF2-40B4-BE49-F238E27FC236}">
                <a16:creationId xmlns:a16="http://schemas.microsoft.com/office/drawing/2014/main" id="{67CD0511-1E54-839F-C484-4A42F053A4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66564" name="Foliennummernplatzhalter 3">
            <a:extLst>
              <a:ext uri="{FF2B5EF4-FFF2-40B4-BE49-F238E27FC236}">
                <a16:creationId xmlns:a16="http://schemas.microsoft.com/office/drawing/2014/main" id="{34E89B52-0907-7218-0B69-540FF6281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E80592B-9FDA-4871-80DF-1C89B5CDB38B}" type="slidenum">
              <a:rPr lang="en-US" altLang="sv-SE"/>
              <a:pPr/>
              <a:t>16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00ADFAC6-246B-59D2-B7A3-662658E3EF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C6F8D6BF-A2A1-7192-5799-208B6EE343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B4746878-9A8D-4B73-5BAB-273A5292A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034A7AE-C64F-4003-B7BD-C5C6D194186D}" type="slidenum">
              <a:rPr lang="en-US" altLang="sv-SE"/>
              <a:pPr/>
              <a:t>17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lienbildplatzhalter 1">
            <a:extLst>
              <a:ext uri="{FF2B5EF4-FFF2-40B4-BE49-F238E27FC236}">
                <a16:creationId xmlns:a16="http://schemas.microsoft.com/office/drawing/2014/main" id="{7FC36053-0EC8-B21C-61B8-0365148704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izenplatzhalter 2">
            <a:extLst>
              <a:ext uri="{FF2B5EF4-FFF2-40B4-BE49-F238E27FC236}">
                <a16:creationId xmlns:a16="http://schemas.microsoft.com/office/drawing/2014/main" id="{5E9F1CB7-B946-2FAC-0899-90F1543315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62468" name="Foliennummernplatzhalter 3">
            <a:extLst>
              <a:ext uri="{FF2B5EF4-FFF2-40B4-BE49-F238E27FC236}">
                <a16:creationId xmlns:a16="http://schemas.microsoft.com/office/drawing/2014/main" id="{F67CA53C-8DAD-6E72-08D3-79A302F7F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B24F145-E56E-47C1-A730-0A8C9306C50B}" type="slidenum">
              <a:rPr lang="en-US" altLang="sv-SE"/>
              <a:pPr/>
              <a:t>18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lienbildplatzhalter 1">
            <a:extLst>
              <a:ext uri="{FF2B5EF4-FFF2-40B4-BE49-F238E27FC236}">
                <a16:creationId xmlns:a16="http://schemas.microsoft.com/office/drawing/2014/main" id="{0CA77D08-60EE-2FE2-654D-0B9E6678C1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izenplatzhalter 2">
            <a:extLst>
              <a:ext uri="{FF2B5EF4-FFF2-40B4-BE49-F238E27FC236}">
                <a16:creationId xmlns:a16="http://schemas.microsoft.com/office/drawing/2014/main" id="{680FCB56-23FF-B177-E495-E550F43D9D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64516" name="Foliennummernplatzhalter 3">
            <a:extLst>
              <a:ext uri="{FF2B5EF4-FFF2-40B4-BE49-F238E27FC236}">
                <a16:creationId xmlns:a16="http://schemas.microsoft.com/office/drawing/2014/main" id="{F96DB647-16A6-D98C-D19F-B29CCF6F4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C930166-A4C0-4587-B252-C685026A2EA0}" type="slidenum">
              <a:rPr lang="en-US" altLang="sv-SE"/>
              <a:pPr/>
              <a:t>19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lienbildplatzhalter 1">
            <a:extLst>
              <a:ext uri="{FF2B5EF4-FFF2-40B4-BE49-F238E27FC236}">
                <a16:creationId xmlns:a16="http://schemas.microsoft.com/office/drawing/2014/main" id="{429BF809-932E-BDA4-0658-C3467B7DCD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izenplatzhalter 2">
            <a:extLst>
              <a:ext uri="{FF2B5EF4-FFF2-40B4-BE49-F238E27FC236}">
                <a16:creationId xmlns:a16="http://schemas.microsoft.com/office/drawing/2014/main" id="{C1449469-BC89-10B3-270F-8FE9B13CEF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68612" name="Foliennummernplatzhalter 3">
            <a:extLst>
              <a:ext uri="{FF2B5EF4-FFF2-40B4-BE49-F238E27FC236}">
                <a16:creationId xmlns:a16="http://schemas.microsoft.com/office/drawing/2014/main" id="{1F9D8D56-8CB7-A3E6-4222-4D5128140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0E8A820-231B-4B3E-9A10-E3376F05736B}" type="slidenum">
              <a:rPr lang="en-US" altLang="sv-SE"/>
              <a:pPr/>
              <a:t>20</a:t>
            </a:fld>
            <a:endParaRPr lang="en-US" altLang="sv-SE"/>
          </a:p>
        </p:txBody>
      </p:sp>
    </p:spTree>
    <p:extLst>
      <p:ext uri="{BB962C8B-B14F-4D97-AF65-F5344CB8AC3E}">
        <p14:creationId xmlns:p14="http://schemas.microsoft.com/office/powerpoint/2010/main" val="709989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lienbildplatzhalter 1">
            <a:extLst>
              <a:ext uri="{FF2B5EF4-FFF2-40B4-BE49-F238E27FC236}">
                <a16:creationId xmlns:a16="http://schemas.microsoft.com/office/drawing/2014/main" id="{429BF809-932E-BDA4-0658-C3467B7DCD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izenplatzhalter 2">
            <a:extLst>
              <a:ext uri="{FF2B5EF4-FFF2-40B4-BE49-F238E27FC236}">
                <a16:creationId xmlns:a16="http://schemas.microsoft.com/office/drawing/2014/main" id="{C1449469-BC89-10B3-270F-8FE9B13CEF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68612" name="Foliennummernplatzhalter 3">
            <a:extLst>
              <a:ext uri="{FF2B5EF4-FFF2-40B4-BE49-F238E27FC236}">
                <a16:creationId xmlns:a16="http://schemas.microsoft.com/office/drawing/2014/main" id="{1F9D8D56-8CB7-A3E6-4222-4D5128140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0E8A820-231B-4B3E-9A10-E3376F05736B}" type="slidenum">
              <a:rPr lang="en-US" altLang="sv-SE"/>
              <a:pPr/>
              <a:t>21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lienbildplatzhalter 1">
            <a:extLst>
              <a:ext uri="{FF2B5EF4-FFF2-40B4-BE49-F238E27FC236}">
                <a16:creationId xmlns:a16="http://schemas.microsoft.com/office/drawing/2014/main" id="{7A2A73FF-5A65-D619-758E-E2951C69A6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izenplatzhalter 2">
            <a:extLst>
              <a:ext uri="{FF2B5EF4-FFF2-40B4-BE49-F238E27FC236}">
                <a16:creationId xmlns:a16="http://schemas.microsoft.com/office/drawing/2014/main" id="{850CFC5A-3593-1316-70F8-4A39D6E3BC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72708" name="Foliennummernplatzhalter 3">
            <a:extLst>
              <a:ext uri="{FF2B5EF4-FFF2-40B4-BE49-F238E27FC236}">
                <a16:creationId xmlns:a16="http://schemas.microsoft.com/office/drawing/2014/main" id="{2634EDD6-3F1B-2958-F2B5-D6C072414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827FD2D-122B-4397-80F5-E9DB2A3C3373}" type="slidenum">
              <a:rPr lang="en-US" altLang="sv-SE"/>
              <a:pPr/>
              <a:t>22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lienbildplatzhalter 1">
            <a:extLst>
              <a:ext uri="{FF2B5EF4-FFF2-40B4-BE49-F238E27FC236}">
                <a16:creationId xmlns:a16="http://schemas.microsoft.com/office/drawing/2014/main" id="{73D8F55B-0CB3-5CCE-C261-5E341CB821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izenplatzhalter 2">
            <a:extLst>
              <a:ext uri="{FF2B5EF4-FFF2-40B4-BE49-F238E27FC236}">
                <a16:creationId xmlns:a16="http://schemas.microsoft.com/office/drawing/2014/main" id="{BE08F3C5-63DD-C2FF-75C1-A82DCF213C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74756" name="Foliennummernplatzhalter 3">
            <a:extLst>
              <a:ext uri="{FF2B5EF4-FFF2-40B4-BE49-F238E27FC236}">
                <a16:creationId xmlns:a16="http://schemas.microsoft.com/office/drawing/2014/main" id="{57BF5CCE-3F7C-EAF7-DFE7-65F615C14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D47418E-2939-4A44-8543-E7CF8C96AC25}" type="slidenum">
              <a:rPr lang="en-US" altLang="sv-SE"/>
              <a:pPr/>
              <a:t>23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lienbildplatzhalter 1">
            <a:extLst>
              <a:ext uri="{FF2B5EF4-FFF2-40B4-BE49-F238E27FC236}">
                <a16:creationId xmlns:a16="http://schemas.microsoft.com/office/drawing/2014/main" id="{BD449777-14A0-B1C5-A4BD-2C70F5A82C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izenplatzhalter 2">
            <a:extLst>
              <a:ext uri="{FF2B5EF4-FFF2-40B4-BE49-F238E27FC236}">
                <a16:creationId xmlns:a16="http://schemas.microsoft.com/office/drawing/2014/main" id="{5C2AF56D-2B81-F27C-3A9A-ECFA98B94F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76804" name="Foliennummernplatzhalter 3">
            <a:extLst>
              <a:ext uri="{FF2B5EF4-FFF2-40B4-BE49-F238E27FC236}">
                <a16:creationId xmlns:a16="http://schemas.microsoft.com/office/drawing/2014/main" id="{F1F27F1D-DBA9-7774-1718-53EC89832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C9F39C1-5722-4352-BB39-71AC86A3D800}" type="slidenum">
              <a:rPr lang="en-US" altLang="sv-SE"/>
              <a:pPr/>
              <a:t>24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lienbildplatzhalter 1">
            <a:extLst>
              <a:ext uri="{FF2B5EF4-FFF2-40B4-BE49-F238E27FC236}">
                <a16:creationId xmlns:a16="http://schemas.microsoft.com/office/drawing/2014/main" id="{C146D1BA-BDAA-51B4-859F-E831B50DFB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izenplatzhalter 2">
            <a:extLst>
              <a:ext uri="{FF2B5EF4-FFF2-40B4-BE49-F238E27FC236}">
                <a16:creationId xmlns:a16="http://schemas.microsoft.com/office/drawing/2014/main" id="{CFC7CA4F-CA5B-0A34-B81E-05DDCBCA3A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78852" name="Foliennummernplatzhalter 3">
            <a:extLst>
              <a:ext uri="{FF2B5EF4-FFF2-40B4-BE49-F238E27FC236}">
                <a16:creationId xmlns:a16="http://schemas.microsoft.com/office/drawing/2014/main" id="{B298690D-EC55-203D-DCE4-5E7BF8878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8E5B057-E741-4695-9BA3-F7C697674A5B}" type="slidenum">
              <a:rPr lang="en-US" altLang="sv-SE"/>
              <a:pPr/>
              <a:t>25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lienbildplatzhalter 1">
            <a:extLst>
              <a:ext uri="{FF2B5EF4-FFF2-40B4-BE49-F238E27FC236}">
                <a16:creationId xmlns:a16="http://schemas.microsoft.com/office/drawing/2014/main" id="{3250DFA0-49CD-3F47-24BC-80D4DC5CB1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izenplatzhalter 2">
            <a:extLst>
              <a:ext uri="{FF2B5EF4-FFF2-40B4-BE49-F238E27FC236}">
                <a16:creationId xmlns:a16="http://schemas.microsoft.com/office/drawing/2014/main" id="{1FEF736D-289C-4855-3441-B668D01A6C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0900" name="Foliennummernplatzhalter 3">
            <a:extLst>
              <a:ext uri="{FF2B5EF4-FFF2-40B4-BE49-F238E27FC236}">
                <a16:creationId xmlns:a16="http://schemas.microsoft.com/office/drawing/2014/main" id="{2D36CCBF-13F3-85CB-BB77-43D150881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DC80D23-73D1-4582-9AF5-06D275EDA95C}" type="slidenum">
              <a:rPr lang="en-US" altLang="sv-SE"/>
              <a:pPr/>
              <a:t>26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lienbildplatzhalter 1">
            <a:extLst>
              <a:ext uri="{FF2B5EF4-FFF2-40B4-BE49-F238E27FC236}">
                <a16:creationId xmlns:a16="http://schemas.microsoft.com/office/drawing/2014/main" id="{20186A92-C988-7C43-44C1-5CE58446C7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izenplatzhalter 2">
            <a:extLst>
              <a:ext uri="{FF2B5EF4-FFF2-40B4-BE49-F238E27FC236}">
                <a16:creationId xmlns:a16="http://schemas.microsoft.com/office/drawing/2014/main" id="{762342ED-F2B3-09DE-80F9-33595E58BA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2948" name="Foliennummernplatzhalter 3">
            <a:extLst>
              <a:ext uri="{FF2B5EF4-FFF2-40B4-BE49-F238E27FC236}">
                <a16:creationId xmlns:a16="http://schemas.microsoft.com/office/drawing/2014/main" id="{8FE8C016-3C96-3F2B-73F2-20F2ECE0A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3BB185-46E8-4C0B-8EA2-8651D71A17C1}" type="slidenum">
              <a:rPr lang="en-US" altLang="sv-SE"/>
              <a:pPr/>
              <a:t>27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lienbildplatzhalter 1">
            <a:extLst>
              <a:ext uri="{FF2B5EF4-FFF2-40B4-BE49-F238E27FC236}">
                <a16:creationId xmlns:a16="http://schemas.microsoft.com/office/drawing/2014/main" id="{E03023C4-9DA1-CF8D-34A3-23FF8A0F45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izenplatzhalter 2">
            <a:extLst>
              <a:ext uri="{FF2B5EF4-FFF2-40B4-BE49-F238E27FC236}">
                <a16:creationId xmlns:a16="http://schemas.microsoft.com/office/drawing/2014/main" id="{6048DAA0-2691-E4CC-F584-0E8A314DCB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4996" name="Foliennummernplatzhalter 3">
            <a:extLst>
              <a:ext uri="{FF2B5EF4-FFF2-40B4-BE49-F238E27FC236}">
                <a16:creationId xmlns:a16="http://schemas.microsoft.com/office/drawing/2014/main" id="{242B0C3A-3F56-8CF5-0E99-E366A9863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071B9D3-3123-4E23-99D0-B8F91EBCB39E}" type="slidenum">
              <a:rPr lang="en-US" altLang="sv-SE"/>
              <a:pPr/>
              <a:t>28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lienbildplatzhalter 1">
            <a:extLst>
              <a:ext uri="{FF2B5EF4-FFF2-40B4-BE49-F238E27FC236}">
                <a16:creationId xmlns:a16="http://schemas.microsoft.com/office/drawing/2014/main" id="{C6F480E7-95B0-F46B-7F80-A1826D864C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izenplatzhalter 2">
            <a:extLst>
              <a:ext uri="{FF2B5EF4-FFF2-40B4-BE49-F238E27FC236}">
                <a16:creationId xmlns:a16="http://schemas.microsoft.com/office/drawing/2014/main" id="{93D7A52E-9BA3-8638-DDF6-0F4ACCD3C5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7044" name="Foliennummernplatzhalter 3">
            <a:extLst>
              <a:ext uri="{FF2B5EF4-FFF2-40B4-BE49-F238E27FC236}">
                <a16:creationId xmlns:a16="http://schemas.microsoft.com/office/drawing/2014/main" id="{76DCDAE5-83A7-3D08-DA55-D0E0BB103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0E073CD-5871-4125-8B28-B0EB427D7DD0}" type="slidenum">
              <a:rPr lang="en-US" altLang="sv-SE"/>
              <a:pPr/>
              <a:t>29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lienbildplatzhalter 1">
            <a:extLst>
              <a:ext uri="{FF2B5EF4-FFF2-40B4-BE49-F238E27FC236}">
                <a16:creationId xmlns:a16="http://schemas.microsoft.com/office/drawing/2014/main" id="{5831E956-7DB5-72CB-F490-7710BD10C3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izenplatzhalter 2">
            <a:extLst>
              <a:ext uri="{FF2B5EF4-FFF2-40B4-BE49-F238E27FC236}">
                <a16:creationId xmlns:a16="http://schemas.microsoft.com/office/drawing/2014/main" id="{CC4CB750-E53E-AE16-258D-4215CA09C2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9092" name="Foliennummernplatzhalter 3">
            <a:extLst>
              <a:ext uri="{FF2B5EF4-FFF2-40B4-BE49-F238E27FC236}">
                <a16:creationId xmlns:a16="http://schemas.microsoft.com/office/drawing/2014/main" id="{E6915FFD-404C-5BD5-CDBD-DD0AE55E7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C4233E0-7CCA-48B6-AD8D-809F22A263EC}" type="slidenum">
              <a:rPr lang="en-US" altLang="sv-SE"/>
              <a:pPr/>
              <a:t>30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lienbildplatzhalter 1">
            <a:extLst>
              <a:ext uri="{FF2B5EF4-FFF2-40B4-BE49-F238E27FC236}">
                <a16:creationId xmlns:a16="http://schemas.microsoft.com/office/drawing/2014/main" id="{67515352-8727-A146-1CE9-E6C18DFB98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izenplatzhalter 2">
            <a:extLst>
              <a:ext uri="{FF2B5EF4-FFF2-40B4-BE49-F238E27FC236}">
                <a16:creationId xmlns:a16="http://schemas.microsoft.com/office/drawing/2014/main" id="{1B17DBDE-A801-F248-6E6A-ACE31D6AD4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91140" name="Foliennummernplatzhalter 3">
            <a:extLst>
              <a:ext uri="{FF2B5EF4-FFF2-40B4-BE49-F238E27FC236}">
                <a16:creationId xmlns:a16="http://schemas.microsoft.com/office/drawing/2014/main" id="{0DB6BCB0-F996-C9EC-F0AC-4F2623B1E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CB7E6F-29BB-4DC9-AF01-DA24B3AA0C33}" type="slidenum">
              <a:rPr lang="en-US" altLang="sv-SE"/>
              <a:pPr/>
              <a:t>31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lienbildplatzhalter 1">
            <a:extLst>
              <a:ext uri="{FF2B5EF4-FFF2-40B4-BE49-F238E27FC236}">
                <a16:creationId xmlns:a16="http://schemas.microsoft.com/office/drawing/2014/main" id="{C523B41A-907E-8188-86EB-B0DE011756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izenplatzhalter 2">
            <a:extLst>
              <a:ext uri="{FF2B5EF4-FFF2-40B4-BE49-F238E27FC236}">
                <a16:creationId xmlns:a16="http://schemas.microsoft.com/office/drawing/2014/main" id="{F7B25C5A-D78B-88C2-518A-BD108D0A95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93188" name="Foliennummernplatzhalter 3">
            <a:extLst>
              <a:ext uri="{FF2B5EF4-FFF2-40B4-BE49-F238E27FC236}">
                <a16:creationId xmlns:a16="http://schemas.microsoft.com/office/drawing/2014/main" id="{15911135-5FF6-9750-8693-9AE1C64E3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D7741EA-AED9-47A4-8893-8CEE2FF8CB41}" type="slidenum">
              <a:rPr lang="en-US" altLang="sv-SE"/>
              <a:pPr/>
              <a:t>32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lienbildplatzhalter 1">
            <a:extLst>
              <a:ext uri="{FF2B5EF4-FFF2-40B4-BE49-F238E27FC236}">
                <a16:creationId xmlns:a16="http://schemas.microsoft.com/office/drawing/2014/main" id="{D5A22550-9797-3D43-94B6-69CDF191A0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izenplatzhalter 2">
            <a:extLst>
              <a:ext uri="{FF2B5EF4-FFF2-40B4-BE49-F238E27FC236}">
                <a16:creationId xmlns:a16="http://schemas.microsoft.com/office/drawing/2014/main" id="{0299FED7-762E-8D66-A62F-EA7EEFA573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95236" name="Foliennummernplatzhalter 3">
            <a:extLst>
              <a:ext uri="{FF2B5EF4-FFF2-40B4-BE49-F238E27FC236}">
                <a16:creationId xmlns:a16="http://schemas.microsoft.com/office/drawing/2014/main" id="{E7A6E333-7D31-3EF9-E509-AA95E804C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DA48BE5-14D6-4ECD-BA66-EA50A88AADDB}" type="slidenum">
              <a:rPr lang="en-US" altLang="sv-SE"/>
              <a:pPr/>
              <a:t>33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lienbildplatzhalter 1">
            <a:extLst>
              <a:ext uri="{FF2B5EF4-FFF2-40B4-BE49-F238E27FC236}">
                <a16:creationId xmlns:a16="http://schemas.microsoft.com/office/drawing/2014/main" id="{536616C3-0DA3-1CFB-40CC-1EC32987BF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izenplatzhalter 2">
            <a:extLst>
              <a:ext uri="{FF2B5EF4-FFF2-40B4-BE49-F238E27FC236}">
                <a16:creationId xmlns:a16="http://schemas.microsoft.com/office/drawing/2014/main" id="{8CFB4364-5B58-0770-044F-623FCB77CA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98308" name="Foliennummernplatzhalter 3">
            <a:extLst>
              <a:ext uri="{FF2B5EF4-FFF2-40B4-BE49-F238E27FC236}">
                <a16:creationId xmlns:a16="http://schemas.microsoft.com/office/drawing/2014/main" id="{930BE4C2-C296-B41B-8EF2-3F1550B96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3AFC5A5-7945-4CDE-B424-938D7A351B4B}" type="slidenum">
              <a:rPr lang="en-US" altLang="sv-SE"/>
              <a:pPr/>
              <a:t>35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lienbildplatzhalter 1">
            <a:extLst>
              <a:ext uri="{FF2B5EF4-FFF2-40B4-BE49-F238E27FC236}">
                <a16:creationId xmlns:a16="http://schemas.microsoft.com/office/drawing/2014/main" id="{8AC3AE92-454B-C253-4CA3-9EB49B9573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izenplatzhalter 2">
            <a:extLst>
              <a:ext uri="{FF2B5EF4-FFF2-40B4-BE49-F238E27FC236}">
                <a16:creationId xmlns:a16="http://schemas.microsoft.com/office/drawing/2014/main" id="{7C9A5403-0364-13F4-4877-FEFEB379ED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100356" name="Foliennummernplatzhalter 3">
            <a:extLst>
              <a:ext uri="{FF2B5EF4-FFF2-40B4-BE49-F238E27FC236}">
                <a16:creationId xmlns:a16="http://schemas.microsoft.com/office/drawing/2014/main" id="{7B4FC49A-093D-8997-9243-2B0AA8B8B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9946E36-9322-4833-99AE-C6059C146063}" type="slidenum">
              <a:rPr lang="en-US" altLang="sv-SE"/>
              <a:pPr/>
              <a:t>36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lienbildplatzhalter 1">
            <a:extLst>
              <a:ext uri="{FF2B5EF4-FFF2-40B4-BE49-F238E27FC236}">
                <a16:creationId xmlns:a16="http://schemas.microsoft.com/office/drawing/2014/main" id="{C9E5EA54-727C-B824-5248-134DFAE1F5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izenplatzhalter 2">
            <a:extLst>
              <a:ext uri="{FF2B5EF4-FFF2-40B4-BE49-F238E27FC236}">
                <a16:creationId xmlns:a16="http://schemas.microsoft.com/office/drawing/2014/main" id="{2004161D-5905-01DC-97F5-5EF420D045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102404" name="Foliennummernplatzhalter 3">
            <a:extLst>
              <a:ext uri="{FF2B5EF4-FFF2-40B4-BE49-F238E27FC236}">
                <a16:creationId xmlns:a16="http://schemas.microsoft.com/office/drawing/2014/main" id="{7CD93263-093B-4B5A-6B5C-B7CCAB114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2F8842B-2DF8-414E-8DA2-CC1B72CF0057}" type="slidenum">
              <a:rPr lang="en-US" altLang="sv-SE"/>
              <a:pPr/>
              <a:t>37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lienbildplatzhalter 1">
            <a:extLst>
              <a:ext uri="{FF2B5EF4-FFF2-40B4-BE49-F238E27FC236}">
                <a16:creationId xmlns:a16="http://schemas.microsoft.com/office/drawing/2014/main" id="{E49BF57E-B1C0-4E8D-7C71-653F5CA580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izenplatzhalter 2">
            <a:extLst>
              <a:ext uri="{FF2B5EF4-FFF2-40B4-BE49-F238E27FC236}">
                <a16:creationId xmlns:a16="http://schemas.microsoft.com/office/drawing/2014/main" id="{8BC5EDAF-ED02-0D8D-10A4-DCEBCEAEB7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104452" name="Foliennummernplatzhalter 3">
            <a:extLst>
              <a:ext uri="{FF2B5EF4-FFF2-40B4-BE49-F238E27FC236}">
                <a16:creationId xmlns:a16="http://schemas.microsoft.com/office/drawing/2014/main" id="{6EAE96D3-2E17-B599-73B7-9D83BD9DB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00D3C19-BCBF-4940-9FAC-B609AB5F3CAF}" type="slidenum">
              <a:rPr lang="en-US" altLang="sv-SE"/>
              <a:pPr/>
              <a:t>38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lienbildplatzhalter 1">
            <a:extLst>
              <a:ext uri="{FF2B5EF4-FFF2-40B4-BE49-F238E27FC236}">
                <a16:creationId xmlns:a16="http://schemas.microsoft.com/office/drawing/2014/main" id="{8309BC14-DDBF-62DA-F970-19DEB32A0D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izenplatzhalter 2">
            <a:extLst>
              <a:ext uri="{FF2B5EF4-FFF2-40B4-BE49-F238E27FC236}">
                <a16:creationId xmlns:a16="http://schemas.microsoft.com/office/drawing/2014/main" id="{9EC91B93-D824-F3D0-6543-092206245A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106500" name="Foliennummernplatzhalter 3">
            <a:extLst>
              <a:ext uri="{FF2B5EF4-FFF2-40B4-BE49-F238E27FC236}">
                <a16:creationId xmlns:a16="http://schemas.microsoft.com/office/drawing/2014/main" id="{9F52F26B-C53E-22E3-C16C-329D59E6F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C40B669-5710-4CDF-8208-2E61B4A92D3F}" type="slidenum">
              <a:rPr lang="en-US" altLang="sv-SE"/>
              <a:pPr/>
              <a:t>39</a:t>
            </a:fld>
            <a:endParaRPr lang="en-US" altLang="sv-SE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lienbildplatzhalter 1">
            <a:extLst>
              <a:ext uri="{FF2B5EF4-FFF2-40B4-BE49-F238E27FC236}">
                <a16:creationId xmlns:a16="http://schemas.microsoft.com/office/drawing/2014/main" id="{2009F313-281A-8034-E34F-AA744B9784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izenplatzhalter 2">
            <a:extLst>
              <a:ext uri="{FF2B5EF4-FFF2-40B4-BE49-F238E27FC236}">
                <a16:creationId xmlns:a16="http://schemas.microsoft.com/office/drawing/2014/main" id="{0927B597-6712-B269-1871-315CB06D13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108548" name="Foliennummernplatzhalter 3">
            <a:extLst>
              <a:ext uri="{FF2B5EF4-FFF2-40B4-BE49-F238E27FC236}">
                <a16:creationId xmlns:a16="http://schemas.microsoft.com/office/drawing/2014/main" id="{3343B91A-17A1-F4C1-C030-636AC8FDA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15A477-319A-4622-8A6E-86FDDA66F940}" type="slidenum">
              <a:rPr lang="en-US" altLang="sv-SE"/>
              <a:pPr/>
              <a:t>40</a:t>
            </a:fld>
            <a:endParaRPr lang="en-US" altLang="sv-S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3" hidden="1">
            <a:extLst>
              <a:ext uri="{FF2B5EF4-FFF2-40B4-BE49-F238E27FC236}">
                <a16:creationId xmlns:a16="http://schemas.microsoft.com/office/drawing/2014/main" id="{6D3F8165-0A49-014C-1D8B-7970738453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124" name="Objekt 3" hidden="1">
                        <a:extLst>
                          <a:ext uri="{FF2B5EF4-FFF2-40B4-BE49-F238E27FC236}">
                            <a16:creationId xmlns:a16="http://schemas.microsoft.com/office/drawing/2014/main" id="{11272E2E-E5BB-9170-B9E9-D32A7DBCD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218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range-Intelligen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45" hidden="1">
            <a:extLst>
              <a:ext uri="{FF2B5EF4-FFF2-40B4-BE49-F238E27FC236}">
                <a16:creationId xmlns:a16="http://schemas.microsoft.com/office/drawing/2014/main" id="{36E92D1C-A511-3279-C11D-DD5DE793A8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155" name="Objekt 45" hidden="1">
                        <a:extLst>
                          <a:ext uri="{FF2B5EF4-FFF2-40B4-BE49-F238E27FC236}">
                            <a16:creationId xmlns:a16="http://schemas.microsoft.com/office/drawing/2014/main" id="{65DF2922-D638-6573-0F04-6FD755FA7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007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50000" y="2132857"/>
            <a:ext cx="10605540" cy="65017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FontTx/>
              <a:buNone/>
              <a:defRPr sz="5000" baseline="0">
                <a:solidFill>
                  <a:srgbClr val="737B82"/>
                </a:solidFill>
                <a:latin typeface="Calibri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450000" y="2953655"/>
            <a:ext cx="1063625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28695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Only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445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ructure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/>
          </p:nvPr>
        </p:nvSpPr>
        <p:spPr>
          <a:xfrm>
            <a:off x="450001" y="1879302"/>
            <a:ext cx="10159262" cy="442942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546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ructure-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14" name="Inhaltsplatzhalter 6"/>
          <p:cNvSpPr>
            <a:spLocks noGrp="1"/>
          </p:cNvSpPr>
          <p:nvPr>
            <p:ph sz="quarter" idx="13"/>
          </p:nvPr>
        </p:nvSpPr>
        <p:spPr>
          <a:xfrm>
            <a:off x="450000" y="1879301"/>
            <a:ext cx="10157678" cy="4429423"/>
          </a:xfrm>
          <a:prstGeom prst="rect">
            <a:avLst/>
          </a:prstGeom>
        </p:spPr>
        <p:txBody>
          <a:bodyPr/>
          <a:lstStyle>
            <a:lvl1pPr marL="301625" indent="-301625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defRPr sz="1800" baseline="0">
                <a:solidFill>
                  <a:srgbClr val="737B82"/>
                </a:solidFill>
                <a:latin typeface="+mn-lt"/>
              </a:defRPr>
            </a:lvl1pPr>
            <a:lvl2pPr marL="449263" indent="-14763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rgbClr val="737B82"/>
                </a:solidFill>
                <a:latin typeface="+mn-lt"/>
              </a:defRPr>
            </a:lvl2pPr>
            <a:lvl3pPr marL="628650" indent="-179388">
              <a:lnSpc>
                <a:spcPct val="100000"/>
              </a:lnSpc>
              <a:spcBef>
                <a:spcPts val="600"/>
              </a:spcBef>
              <a:buFont typeface="Symbol" charset="2"/>
              <a:buChar char="-"/>
              <a:defRPr sz="1800">
                <a:solidFill>
                  <a:srgbClr val="737B82"/>
                </a:solidFill>
                <a:latin typeface="+mn-lt"/>
              </a:defRPr>
            </a:lvl3pPr>
            <a:lvl4pPr marL="809625" indent="-180975">
              <a:buFont typeface="Symbol" panose="05050102010706020507" pitchFamily="18" charset="2"/>
              <a:buChar char="-"/>
              <a:defRPr sz="1800">
                <a:solidFill>
                  <a:srgbClr val="80848A"/>
                </a:solidFill>
              </a:defRPr>
            </a:lvl4pPr>
            <a:lvl5pPr marL="1828634" indent="0">
              <a:buFontTx/>
              <a:buNone/>
              <a:defRPr sz="1800">
                <a:solidFill>
                  <a:srgbClr val="80848A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47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line+2-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43" hidden="1">
            <a:extLst>
              <a:ext uri="{FF2B5EF4-FFF2-40B4-BE49-F238E27FC236}">
                <a16:creationId xmlns:a16="http://schemas.microsoft.com/office/drawing/2014/main" id="{24B54BFA-0C89-2693-6229-9F5B0C7E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1272" name="Objekt 43" hidden="1">
                        <a:extLst>
                          <a:ext uri="{FF2B5EF4-FFF2-40B4-BE49-F238E27FC236}">
                            <a16:creationId xmlns:a16="http://schemas.microsoft.com/office/drawing/2014/main" id="{D9446E8D-5DC4-26F3-6C13-5588442D2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25"/>
          </p:nvPr>
        </p:nvSpPr>
        <p:spPr>
          <a:xfrm>
            <a:off x="450000" y="5773783"/>
            <a:ext cx="4775149" cy="5349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26"/>
          </p:nvPr>
        </p:nvSpPr>
        <p:spPr>
          <a:xfrm>
            <a:off x="5838522" y="5773783"/>
            <a:ext cx="4775149" cy="5349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8"/>
          </p:nvPr>
        </p:nvSpPr>
        <p:spPr>
          <a:xfrm>
            <a:off x="450000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29"/>
          </p:nvPr>
        </p:nvSpPr>
        <p:spPr>
          <a:xfrm>
            <a:off x="5838522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5" name="Textplatzhalter 7"/>
          <p:cNvSpPr>
            <a:spLocks noGrp="1"/>
          </p:cNvSpPr>
          <p:nvPr>
            <p:ph type="body" sz="quarter" idx="10"/>
          </p:nvPr>
        </p:nvSpPr>
        <p:spPr>
          <a:xfrm>
            <a:off x="450000" y="1879301"/>
            <a:ext cx="4775149" cy="1549699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180975" indent="0">
              <a:buNone/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30"/>
          </p:nvPr>
        </p:nvSpPr>
        <p:spPr>
          <a:xfrm>
            <a:off x="5838522" y="1879301"/>
            <a:ext cx="4775149" cy="1549699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05617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line+3-columns+picture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/>
          </p:nvPr>
        </p:nvSpPr>
        <p:spPr>
          <a:xfrm>
            <a:off x="450000" y="1879301"/>
            <a:ext cx="3554696" cy="104188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24"/>
          </p:nvPr>
        </p:nvSpPr>
        <p:spPr>
          <a:xfrm>
            <a:off x="4322196" y="1879301"/>
            <a:ext cx="3554696" cy="104188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6" name="Textplatzhalter 4"/>
          <p:cNvSpPr>
            <a:spLocks noGrp="1"/>
          </p:cNvSpPr>
          <p:nvPr>
            <p:ph type="body" sz="quarter" idx="26"/>
          </p:nvPr>
        </p:nvSpPr>
        <p:spPr>
          <a:xfrm>
            <a:off x="8194391" y="1879301"/>
            <a:ext cx="3554696" cy="104188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Bildplatzhalter 12"/>
          <p:cNvSpPr>
            <a:spLocks noGrp="1"/>
          </p:cNvSpPr>
          <p:nvPr>
            <p:ph type="pic" sz="quarter" idx="29"/>
          </p:nvPr>
        </p:nvSpPr>
        <p:spPr>
          <a:xfrm>
            <a:off x="819439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8" name="Bildplatzhalter 9"/>
          <p:cNvSpPr>
            <a:spLocks noGrp="1"/>
          </p:cNvSpPr>
          <p:nvPr>
            <p:ph type="pic" sz="quarter" idx="28"/>
          </p:nvPr>
        </p:nvSpPr>
        <p:spPr>
          <a:xfrm>
            <a:off x="4322195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7"/>
          </p:nvPr>
        </p:nvSpPr>
        <p:spPr>
          <a:xfrm>
            <a:off x="45000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1571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line+3-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0"/>
          </p:nvPr>
        </p:nvSpPr>
        <p:spPr>
          <a:xfrm>
            <a:off x="450000" y="1879301"/>
            <a:ext cx="3554696" cy="4429425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36"/>
          </p:nvPr>
        </p:nvSpPr>
        <p:spPr>
          <a:xfrm>
            <a:off x="4322196" y="1879301"/>
            <a:ext cx="3554696" cy="4429425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37"/>
          </p:nvPr>
        </p:nvSpPr>
        <p:spPr>
          <a:xfrm>
            <a:off x="8194391" y="1879302"/>
            <a:ext cx="3554696" cy="4429424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2938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lines+3-columns+pictur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43" hidden="1">
            <a:extLst>
              <a:ext uri="{FF2B5EF4-FFF2-40B4-BE49-F238E27FC236}">
                <a16:creationId xmlns:a16="http://schemas.microsoft.com/office/drawing/2014/main" id="{7B61762F-29F1-6C54-792E-BEAB2E36C7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4344" name="Objekt 43" hidden="1">
                        <a:extLst>
                          <a:ext uri="{FF2B5EF4-FFF2-40B4-BE49-F238E27FC236}">
                            <a16:creationId xmlns:a16="http://schemas.microsoft.com/office/drawing/2014/main" id="{4E8A04EA-28FA-2275-5A45-D76F9B36B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25"/>
          </p:nvPr>
        </p:nvSpPr>
        <p:spPr>
          <a:xfrm>
            <a:off x="450000" y="5910263"/>
            <a:ext cx="3554696" cy="4010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3" name="Textplatzhalter 7"/>
          <p:cNvSpPr>
            <a:spLocks noGrp="1"/>
          </p:cNvSpPr>
          <p:nvPr>
            <p:ph type="body" sz="quarter" idx="29"/>
          </p:nvPr>
        </p:nvSpPr>
        <p:spPr>
          <a:xfrm>
            <a:off x="4322195" y="5910263"/>
            <a:ext cx="3554696" cy="4010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4" name="Textplatzhalter 7"/>
          <p:cNvSpPr>
            <a:spLocks noGrp="1"/>
          </p:cNvSpPr>
          <p:nvPr>
            <p:ph type="body" sz="quarter" idx="30"/>
          </p:nvPr>
        </p:nvSpPr>
        <p:spPr>
          <a:xfrm>
            <a:off x="8194390" y="5910263"/>
            <a:ext cx="3554696" cy="4010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38"/>
          </p:nvPr>
        </p:nvSpPr>
        <p:spPr>
          <a:xfrm>
            <a:off x="8194390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37"/>
          </p:nvPr>
        </p:nvSpPr>
        <p:spPr>
          <a:xfrm>
            <a:off x="4322195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6"/>
          </p:nvPr>
        </p:nvSpPr>
        <p:spPr>
          <a:xfrm>
            <a:off x="450000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0"/>
          </p:nvPr>
        </p:nvSpPr>
        <p:spPr>
          <a:xfrm>
            <a:off x="450000" y="1879301"/>
            <a:ext cx="3554696" cy="2111405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39"/>
          </p:nvPr>
        </p:nvSpPr>
        <p:spPr>
          <a:xfrm>
            <a:off x="4322196" y="1879301"/>
            <a:ext cx="3554696" cy="2113786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40"/>
          </p:nvPr>
        </p:nvSpPr>
        <p:spPr>
          <a:xfrm>
            <a:off x="8194391" y="1879301"/>
            <a:ext cx="3554696" cy="2111405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44178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lumn+picture-1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6096000" y="1879302"/>
            <a:ext cx="4513262" cy="44310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0"/>
          </p:nvPr>
        </p:nvSpPr>
        <p:spPr>
          <a:xfrm>
            <a:off x="450000" y="1879302"/>
            <a:ext cx="5341200" cy="443101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8289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lumn+picture-2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8194675" y="1879302"/>
            <a:ext cx="3563937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0"/>
          </p:nvPr>
        </p:nvSpPr>
        <p:spPr>
          <a:xfrm>
            <a:off x="450000" y="1879302"/>
            <a:ext cx="7427175" cy="4429424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396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-full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43" hidden="1">
            <a:extLst>
              <a:ext uri="{FF2B5EF4-FFF2-40B4-BE49-F238E27FC236}">
                <a16:creationId xmlns:a16="http://schemas.microsoft.com/office/drawing/2014/main" id="{C4638451-3A47-8244-CE51-731621D5A5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7416" name="Objekt 43" hidden="1">
                        <a:extLst>
                          <a:ext uri="{FF2B5EF4-FFF2-40B4-BE49-F238E27FC236}">
                            <a16:creationId xmlns:a16="http://schemas.microsoft.com/office/drawing/2014/main" id="{6554DCDF-9508-F4AE-3D8A-ECF134AAC5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11097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+placehold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43" hidden="1">
            <a:extLst>
              <a:ext uri="{FF2B5EF4-FFF2-40B4-BE49-F238E27FC236}">
                <a16:creationId xmlns:a16="http://schemas.microsoft.com/office/drawing/2014/main" id="{0501EBFB-CCA6-1366-25FD-EA8101D09E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8440" name="Objekt 43" hidden="1">
                        <a:extLst>
                          <a:ext uri="{FF2B5EF4-FFF2-40B4-BE49-F238E27FC236}">
                            <a16:creationId xmlns:a16="http://schemas.microsoft.com/office/drawing/2014/main" id="{A8D37B5E-0A94-D0E5-FD49-F2EE277301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0" y="981075"/>
            <a:ext cx="12192000" cy="5876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4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19389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Headline+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450000" y="1879301"/>
            <a:ext cx="10157678" cy="442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68673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Headline+picture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6"/>
          </p:nvPr>
        </p:nvSpPr>
        <p:spPr>
          <a:xfrm>
            <a:off x="10191789" y="1879301"/>
            <a:ext cx="1556852" cy="13356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2"/>
            <a:ext cx="9678448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75431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Headline+picture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7"/>
          <p:cNvSpPr>
            <a:spLocks noGrp="1"/>
          </p:cNvSpPr>
          <p:nvPr>
            <p:ph type="body" sz="quarter" idx="16"/>
          </p:nvPr>
        </p:nvSpPr>
        <p:spPr>
          <a:xfrm>
            <a:off x="450000" y="5404993"/>
            <a:ext cx="3554696" cy="9063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20"/>
          </p:nvPr>
        </p:nvSpPr>
        <p:spPr>
          <a:xfrm>
            <a:off x="10157462" y="4113076"/>
            <a:ext cx="1591624" cy="219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rgbClr val="737B82"/>
                </a:solidFill>
                <a:latin typeface="Calibri Ligh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1"/>
            <a:ext cx="3554696" cy="3381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21"/>
          </p:nvPr>
        </p:nvSpPr>
        <p:spPr>
          <a:xfrm>
            <a:off x="4322195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3" name="Bildplatzhalter 3"/>
          <p:cNvSpPr>
            <a:spLocks noGrp="1"/>
          </p:cNvSpPr>
          <p:nvPr>
            <p:ph type="pic" sz="quarter" idx="22"/>
          </p:nvPr>
        </p:nvSpPr>
        <p:spPr>
          <a:xfrm>
            <a:off x="8194390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23"/>
          </p:nvPr>
        </p:nvSpPr>
        <p:spPr>
          <a:xfrm>
            <a:off x="4322194" y="4113076"/>
            <a:ext cx="5736206" cy="21982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noProof="0"/>
              <a:t>Klicka på ikonen för att lägga till en bild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34951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hart-pie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43" hidden="1">
            <a:extLst>
              <a:ext uri="{FF2B5EF4-FFF2-40B4-BE49-F238E27FC236}">
                <a16:creationId xmlns:a16="http://schemas.microsoft.com/office/drawing/2014/main" id="{4D011DAC-00CC-E9AB-48D3-D121F646D9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2536" name="Objekt 43" hidden="1">
                        <a:extLst>
                          <a:ext uri="{FF2B5EF4-FFF2-40B4-BE49-F238E27FC236}">
                            <a16:creationId xmlns:a16="http://schemas.microsoft.com/office/drawing/2014/main" id="{6EE2490A-DC06-0AF8-B5CE-5D6CA8C32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7">
            <a:extLst>
              <a:ext uri="{FF2B5EF4-FFF2-40B4-BE49-F238E27FC236}">
                <a16:creationId xmlns:a16="http://schemas.microsoft.com/office/drawing/2014/main" id="{F8112F5B-F338-50BB-35CF-43794941F065}"/>
              </a:ext>
            </a:extLst>
          </p:cNvPr>
          <p:cNvSpPr>
            <a:spLocks/>
          </p:cNvSpPr>
          <p:nvPr userDrawn="1"/>
        </p:nvSpPr>
        <p:spPr>
          <a:xfrm>
            <a:off x="449263" y="1879600"/>
            <a:ext cx="10158412" cy="4429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1769359" y="2250132"/>
            <a:ext cx="7518961" cy="36877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105340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hart-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43" hidden="1">
            <a:extLst>
              <a:ext uri="{FF2B5EF4-FFF2-40B4-BE49-F238E27FC236}">
                <a16:creationId xmlns:a16="http://schemas.microsoft.com/office/drawing/2014/main" id="{7502D253-E6F4-132A-8008-D5ECF9EFAA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3560" name="Objekt 43" hidden="1">
                        <a:extLst>
                          <a:ext uri="{FF2B5EF4-FFF2-40B4-BE49-F238E27FC236}">
                            <a16:creationId xmlns:a16="http://schemas.microsoft.com/office/drawing/2014/main" id="{AD7D7A41-99E9-3C63-3563-30604C6E40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7">
            <a:extLst>
              <a:ext uri="{FF2B5EF4-FFF2-40B4-BE49-F238E27FC236}">
                <a16:creationId xmlns:a16="http://schemas.microsoft.com/office/drawing/2014/main" id="{91209021-5884-B7B3-7C73-961F02BF09C4}"/>
              </a:ext>
            </a:extLst>
          </p:cNvPr>
          <p:cNvSpPr>
            <a:spLocks/>
          </p:cNvSpPr>
          <p:nvPr userDrawn="1"/>
        </p:nvSpPr>
        <p:spPr>
          <a:xfrm>
            <a:off x="449263" y="1879600"/>
            <a:ext cx="11299825" cy="4429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865412" y="5955808"/>
            <a:ext cx="2030491" cy="276999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4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4199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hart-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43" hidden="1">
            <a:extLst>
              <a:ext uri="{FF2B5EF4-FFF2-40B4-BE49-F238E27FC236}">
                <a16:creationId xmlns:a16="http://schemas.microsoft.com/office/drawing/2014/main" id="{B612942A-2820-20E9-13D2-4FE75BF402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4584" name="Objekt 43" hidden="1">
                        <a:extLst>
                          <a:ext uri="{FF2B5EF4-FFF2-40B4-BE49-F238E27FC236}">
                            <a16:creationId xmlns:a16="http://schemas.microsoft.com/office/drawing/2014/main" id="{522CB8AD-7B0C-E225-A90C-7D8C28BAE1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7">
            <a:extLst>
              <a:ext uri="{FF2B5EF4-FFF2-40B4-BE49-F238E27FC236}">
                <a16:creationId xmlns:a16="http://schemas.microsoft.com/office/drawing/2014/main" id="{B0FA5F78-4F2A-9FF6-5B8C-01B44BF4925F}"/>
              </a:ext>
            </a:extLst>
          </p:cNvPr>
          <p:cNvSpPr>
            <a:spLocks/>
          </p:cNvSpPr>
          <p:nvPr userDrawn="1"/>
        </p:nvSpPr>
        <p:spPr>
          <a:xfrm>
            <a:off x="449263" y="1879600"/>
            <a:ext cx="11299825" cy="4429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908124" y="1942471"/>
            <a:ext cx="2030492" cy="276999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67178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hart-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43" hidden="1">
            <a:extLst>
              <a:ext uri="{FF2B5EF4-FFF2-40B4-BE49-F238E27FC236}">
                <a16:creationId xmlns:a16="http://schemas.microsoft.com/office/drawing/2014/main" id="{21D45DE2-FC4C-8166-D55E-48B3C5D367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5608" name="Objekt 43" hidden="1">
                        <a:extLst>
                          <a:ext uri="{FF2B5EF4-FFF2-40B4-BE49-F238E27FC236}">
                            <a16:creationId xmlns:a16="http://schemas.microsoft.com/office/drawing/2014/main" id="{A967BE42-F9EB-6194-8EAB-832A378359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7">
            <a:extLst>
              <a:ext uri="{FF2B5EF4-FFF2-40B4-BE49-F238E27FC236}">
                <a16:creationId xmlns:a16="http://schemas.microsoft.com/office/drawing/2014/main" id="{74617B8F-1187-3E2C-0069-4ED11E19A9C8}"/>
              </a:ext>
            </a:extLst>
          </p:cNvPr>
          <p:cNvSpPr>
            <a:spLocks/>
          </p:cNvSpPr>
          <p:nvPr userDrawn="1"/>
        </p:nvSpPr>
        <p:spPr>
          <a:xfrm>
            <a:off x="449263" y="1879600"/>
            <a:ext cx="11299825" cy="4429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395264" y="5955808"/>
            <a:ext cx="2030491" cy="276999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908124" y="1942471"/>
            <a:ext cx="2030492" cy="276999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87006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Four charts-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6">
            <a:extLst>
              <a:ext uri="{FF2B5EF4-FFF2-40B4-BE49-F238E27FC236}">
                <a16:creationId xmlns:a16="http://schemas.microsoft.com/office/drawing/2014/main" id="{27DC4B96-ACCA-DBF2-2188-16B649E79347}"/>
              </a:ext>
            </a:extLst>
          </p:cNvPr>
          <p:cNvSpPr/>
          <p:nvPr userDrawn="1"/>
        </p:nvSpPr>
        <p:spPr>
          <a:xfrm>
            <a:off x="6257925" y="4159250"/>
            <a:ext cx="5491163" cy="2152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Rechteck 15">
            <a:extLst>
              <a:ext uri="{FF2B5EF4-FFF2-40B4-BE49-F238E27FC236}">
                <a16:creationId xmlns:a16="http://schemas.microsoft.com/office/drawing/2014/main" id="{CFF50FE1-1948-0F23-646B-7EF6FACB0A3D}"/>
              </a:ext>
            </a:extLst>
          </p:cNvPr>
          <p:cNvSpPr/>
          <p:nvPr userDrawn="1"/>
        </p:nvSpPr>
        <p:spPr>
          <a:xfrm>
            <a:off x="449263" y="4159250"/>
            <a:ext cx="5491162" cy="2152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Rechteck 14">
            <a:extLst>
              <a:ext uri="{FF2B5EF4-FFF2-40B4-BE49-F238E27FC236}">
                <a16:creationId xmlns:a16="http://schemas.microsoft.com/office/drawing/2014/main" id="{68DDE909-FD6A-3EE4-7E42-1F905CF5A324}"/>
              </a:ext>
            </a:extLst>
          </p:cNvPr>
          <p:cNvSpPr/>
          <p:nvPr userDrawn="1"/>
        </p:nvSpPr>
        <p:spPr>
          <a:xfrm>
            <a:off x="6257925" y="1879600"/>
            <a:ext cx="5491163" cy="2152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Rechteck 13">
            <a:extLst>
              <a:ext uri="{FF2B5EF4-FFF2-40B4-BE49-F238E27FC236}">
                <a16:creationId xmlns:a16="http://schemas.microsoft.com/office/drawing/2014/main" id="{DEC58911-C1CE-002D-B93E-7AC98A644930}"/>
              </a:ext>
            </a:extLst>
          </p:cNvPr>
          <p:cNvSpPr/>
          <p:nvPr userDrawn="1"/>
        </p:nvSpPr>
        <p:spPr>
          <a:xfrm>
            <a:off x="449263" y="1879600"/>
            <a:ext cx="5491162" cy="2152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781255" y="1926926"/>
            <a:ext cx="410210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3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6537236" y="1926926"/>
            <a:ext cx="410210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3"/>
          </p:nvPr>
        </p:nvSpPr>
        <p:spPr>
          <a:xfrm>
            <a:off x="781255" y="4207518"/>
            <a:ext cx="410210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5" name="Textplatzhalter 2"/>
          <p:cNvSpPr>
            <a:spLocks noGrp="1"/>
          </p:cNvSpPr>
          <p:nvPr>
            <p:ph type="body" sz="quarter" idx="24"/>
          </p:nvPr>
        </p:nvSpPr>
        <p:spPr>
          <a:xfrm>
            <a:off x="6537236" y="4207518"/>
            <a:ext cx="410210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25"/>
          </p:nvPr>
        </p:nvSpPr>
        <p:spPr>
          <a:xfrm>
            <a:off x="781255" y="2093426"/>
            <a:ext cx="4828284" cy="187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  <p:sp>
        <p:nvSpPr>
          <p:cNvPr id="27" name="Diagrammplatzhalter 5"/>
          <p:cNvSpPr>
            <a:spLocks noGrp="1"/>
          </p:cNvSpPr>
          <p:nvPr>
            <p:ph type="chart" sz="quarter" idx="26"/>
          </p:nvPr>
        </p:nvSpPr>
        <p:spPr>
          <a:xfrm>
            <a:off x="6537236" y="2093426"/>
            <a:ext cx="4932911" cy="187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  <p:sp>
        <p:nvSpPr>
          <p:cNvPr id="28" name="Diagrammplatzhalter 5"/>
          <p:cNvSpPr>
            <a:spLocks noGrp="1"/>
          </p:cNvSpPr>
          <p:nvPr>
            <p:ph type="chart" sz="quarter" idx="27"/>
          </p:nvPr>
        </p:nvSpPr>
        <p:spPr>
          <a:xfrm>
            <a:off x="781255" y="4374018"/>
            <a:ext cx="4828284" cy="187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  <p:sp>
        <p:nvSpPr>
          <p:cNvPr id="29" name="Diagrammplatzhalter 5"/>
          <p:cNvSpPr>
            <a:spLocks noGrp="1"/>
          </p:cNvSpPr>
          <p:nvPr>
            <p:ph type="chart" sz="quarter" idx="28"/>
          </p:nvPr>
        </p:nvSpPr>
        <p:spPr>
          <a:xfrm>
            <a:off x="6537236" y="4374018"/>
            <a:ext cx="4932911" cy="187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ett diagram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65157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43" hidden="1">
            <a:extLst>
              <a:ext uri="{FF2B5EF4-FFF2-40B4-BE49-F238E27FC236}">
                <a16:creationId xmlns:a16="http://schemas.microsoft.com/office/drawing/2014/main" id="{B917B0CD-C926-5E12-05FB-4DAC7E3B15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7656" name="Objekt 43" hidden="1">
                        <a:extLst>
                          <a:ext uri="{FF2B5EF4-FFF2-40B4-BE49-F238E27FC236}">
                            <a16:creationId xmlns:a16="http://schemas.microsoft.com/office/drawing/2014/main" id="{C21401D8-9BFA-ED0C-490F-76243497CB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8">
            <a:extLst>
              <a:ext uri="{FF2B5EF4-FFF2-40B4-BE49-F238E27FC236}">
                <a16:creationId xmlns:a16="http://schemas.microsoft.com/office/drawing/2014/main" id="{92AD760F-674C-D306-BBD4-BD7D40744DAA}"/>
              </a:ext>
            </a:extLst>
          </p:cNvPr>
          <p:cNvSpPr>
            <a:spLocks/>
          </p:cNvSpPr>
          <p:nvPr userDrawn="1"/>
        </p:nvSpPr>
        <p:spPr>
          <a:xfrm>
            <a:off x="442913" y="1879600"/>
            <a:ext cx="11298237" cy="4429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4" name="Tabellenplatzhalter 3"/>
          <p:cNvSpPr>
            <a:spLocks noGrp="1"/>
          </p:cNvSpPr>
          <p:nvPr>
            <p:ph type="tbl" sz="quarter" idx="10"/>
          </p:nvPr>
        </p:nvSpPr>
        <p:spPr>
          <a:xfrm>
            <a:off x="1157767" y="2248211"/>
            <a:ext cx="9868588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Klicka på ikonen för att lägga till en tabell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712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2">
            <a:extLst>
              <a:ext uri="{FF2B5EF4-FFF2-40B4-BE49-F238E27FC236}">
                <a16:creationId xmlns:a16="http://schemas.microsoft.com/office/drawing/2014/main" id="{5C2CDAB1-CE62-0CE0-80B2-BA18128316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0" y="512763"/>
            <a:ext cx="12192000" cy="579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8905159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Video_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0"/>
          </p:nvPr>
        </p:nvSpPr>
        <p:spPr>
          <a:xfrm>
            <a:off x="8194675" y="1879302"/>
            <a:ext cx="3554413" cy="4429424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450000" y="1879301"/>
            <a:ext cx="7427175" cy="41419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9758813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Final/Seper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1854323"/>
            <a:ext cx="10638367" cy="984885"/>
          </a:xfrm>
        </p:spPr>
        <p:txBody>
          <a:bodyPr rtlCol="0" anchor="t">
            <a:noAutofit/>
          </a:bodyPr>
          <a:lstStyle>
            <a:lvl1pPr>
              <a:defRPr lang="de-DE" sz="3200" b="0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39411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Final/Seper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2" descr="kreis_orange.png">
            <a:extLst>
              <a:ext uri="{FF2B5EF4-FFF2-40B4-BE49-F238E27FC236}">
                <a16:creationId xmlns:a16="http://schemas.microsoft.com/office/drawing/2014/main" id="{A5720EF1-E1EB-3B46-1372-1E0662053A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2760" y="1385392"/>
            <a:ext cx="4739240" cy="5472608"/>
          </a:xfrm>
          <a:prstGeom prst="rect">
            <a:avLst/>
          </a:prstGeom>
        </p:spPr>
      </p:pic>
      <p:sp>
        <p:nvSpPr>
          <p:cNvPr id="4" name="Rechteck 4">
            <a:extLst>
              <a:ext uri="{FF2B5EF4-FFF2-40B4-BE49-F238E27FC236}">
                <a16:creationId xmlns:a16="http://schemas.microsoft.com/office/drawing/2014/main" id="{19EC36EA-AFD9-EB87-242F-33374ED70F62}"/>
              </a:ext>
            </a:extLst>
          </p:cNvPr>
          <p:cNvSpPr/>
          <p:nvPr userDrawn="1"/>
        </p:nvSpPr>
        <p:spPr>
          <a:xfrm>
            <a:off x="11244263" y="152400"/>
            <a:ext cx="865187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>
            <a:defPPr>
              <a:defRPr lang="de-DE"/>
            </a:defPPr>
            <a:lvl1pPr marL="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1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74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33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92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5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0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6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 err="1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1854323"/>
            <a:ext cx="10638367" cy="984885"/>
          </a:xfrm>
        </p:spPr>
        <p:txBody>
          <a:bodyPr rtlCol="0" anchor="t">
            <a:noAutofit/>
          </a:bodyPr>
          <a:lstStyle>
            <a:lvl1pPr>
              <a:defRPr lang="de-DE" sz="3200" b="0" dirty="0"/>
            </a:lvl1pPr>
          </a:lstStyle>
          <a:p>
            <a:pPr lvl="0"/>
            <a:r>
              <a:rPr lang="sv-SE"/>
              <a:t>Klicka här för att ändra 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41014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ing 2020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>
            <a:extLst>
              <a:ext uri="{FF2B5EF4-FFF2-40B4-BE49-F238E27FC236}">
                <a16:creationId xmlns:a16="http://schemas.microsoft.com/office/drawing/2014/main" id="{BA40150F-BF0C-3DC8-8A82-43691AADF9D6}"/>
              </a:ext>
            </a:extLst>
          </p:cNvPr>
          <p:cNvSpPr/>
          <p:nvPr userDrawn="1"/>
        </p:nvSpPr>
        <p:spPr bwMode="gray">
          <a:xfrm>
            <a:off x="323850" y="6461125"/>
            <a:ext cx="7632700" cy="2714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cxnSp>
        <p:nvCxnSpPr>
          <p:cNvPr id="4" name="Gerade Verbindung 13">
            <a:extLst>
              <a:ext uri="{FF2B5EF4-FFF2-40B4-BE49-F238E27FC236}">
                <a16:creationId xmlns:a16="http://schemas.microsoft.com/office/drawing/2014/main" id="{44A0CF38-B2A1-04EA-CF6B-13AA777A1679}"/>
              </a:ext>
            </a:extLst>
          </p:cNvPr>
          <p:cNvCxnSpPr/>
          <p:nvPr userDrawn="1"/>
        </p:nvCxnSpPr>
        <p:spPr>
          <a:xfrm>
            <a:off x="2382838" y="215900"/>
            <a:ext cx="0" cy="573088"/>
          </a:xfrm>
          <a:prstGeom prst="line">
            <a:avLst/>
          </a:prstGeom>
          <a:ln w="1270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fik 10">
            <a:extLst>
              <a:ext uri="{FF2B5EF4-FFF2-40B4-BE49-F238E27FC236}">
                <a16:creationId xmlns:a16="http://schemas.microsoft.com/office/drawing/2014/main" id="{29D6CB33-021C-0879-9F73-3233A0EB559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363538"/>
            <a:ext cx="16970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hteck 11">
            <a:extLst>
              <a:ext uri="{FF2B5EF4-FFF2-40B4-BE49-F238E27FC236}">
                <a16:creationId xmlns:a16="http://schemas.microsoft.com/office/drawing/2014/main" id="{71F9A213-6982-366B-BA6E-3BCC675348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01913" y="254000"/>
            <a:ext cx="84296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 sz="3200"/>
              <a:t>2020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194B099-B78B-0022-9F56-74EA321F0ED5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>
          <a:xfrm>
            <a:off x="11311470" y="291414"/>
            <a:ext cx="441350" cy="475200"/>
            <a:chOff x="9297103" y="2991962"/>
            <a:chExt cx="2156150" cy="2321512"/>
          </a:xfrm>
          <a:solidFill>
            <a:srgbClr val="E3E5E6"/>
          </a:solidFill>
        </p:grpSpPr>
        <p:sp>
          <p:nvSpPr>
            <p:cNvPr id="9" name="Freihandform 13">
              <a:extLst>
                <a:ext uri="{FF2B5EF4-FFF2-40B4-BE49-F238E27FC236}">
                  <a16:creationId xmlns:a16="http://schemas.microsoft.com/office/drawing/2014/main" id="{00FF22B6-F3E8-251E-447E-2A06B2DA9234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11" name="Freihandform 14">
              <a:extLst>
                <a:ext uri="{FF2B5EF4-FFF2-40B4-BE49-F238E27FC236}">
                  <a16:creationId xmlns:a16="http://schemas.microsoft.com/office/drawing/2014/main" id="{FB5ABBED-7409-AFD8-8AB2-5EB964BC5FCF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12" name="Freihandform 15">
              <a:extLst>
                <a:ext uri="{FF2B5EF4-FFF2-40B4-BE49-F238E27FC236}">
                  <a16:creationId xmlns:a16="http://schemas.microsoft.com/office/drawing/2014/main" id="{E697E82D-0FC9-FB82-B97A-DF3BF2FF6B81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</p:grp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50000" y="2787799"/>
            <a:ext cx="10605540" cy="65017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FontTx/>
              <a:buNone/>
              <a:defRPr sz="5000" baseline="0">
                <a:solidFill>
                  <a:srgbClr val="737B82"/>
                </a:solidFill>
                <a:latin typeface="Calibri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450000" y="5939393"/>
            <a:ext cx="10636251" cy="369332"/>
          </a:xfrm>
          <a:prstGeom prst="rect">
            <a:avLst/>
          </a:prstGeom>
        </p:spPr>
        <p:txBody>
          <a:bodyPr anchor="b">
            <a:spAutoFit/>
          </a:bodyPr>
          <a:lstStyle>
            <a:lvl1pPr marL="273050" indent="-273050">
              <a:buFont typeface="Arial" panose="020B0604020202020204" pitchFamily="34" charset="0"/>
              <a:buChar char="•"/>
              <a:defRPr sz="24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4"/>
          </p:nvPr>
        </p:nvSpPr>
        <p:spPr>
          <a:xfrm>
            <a:off x="480704" y="2384884"/>
            <a:ext cx="7977188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3582882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ing 202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38" hidden="1">
            <a:extLst>
              <a:ext uri="{FF2B5EF4-FFF2-40B4-BE49-F238E27FC236}">
                <a16:creationId xmlns:a16="http://schemas.microsoft.com/office/drawing/2014/main" id="{B0AA6E08-CA29-99CF-244A-BEEAB9A71D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3798" name="Objekt 38" hidden="1">
                        <a:extLst>
                          <a:ext uri="{FF2B5EF4-FFF2-40B4-BE49-F238E27FC236}">
                            <a16:creationId xmlns:a16="http://schemas.microsoft.com/office/drawing/2014/main" id="{0E3B9D84-B52D-C3CD-61F9-2D9E05B301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4">
            <a:extLst>
              <a:ext uri="{FF2B5EF4-FFF2-40B4-BE49-F238E27FC236}">
                <a16:creationId xmlns:a16="http://schemas.microsoft.com/office/drawing/2014/main" id="{D6D96E2E-780A-CE53-0837-5C9E66F8674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317500"/>
            <a:ext cx="9366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21">
            <a:extLst>
              <a:ext uri="{FF2B5EF4-FFF2-40B4-BE49-F238E27FC236}">
                <a16:creationId xmlns:a16="http://schemas.microsoft.com/office/drawing/2014/main" id="{B107B5A0-3D0B-AAE7-00DA-E883644EC9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5288" y="252413"/>
            <a:ext cx="520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/>
              <a:t>2020 </a:t>
            </a:r>
          </a:p>
        </p:txBody>
      </p:sp>
      <p:cxnSp>
        <p:nvCxnSpPr>
          <p:cNvPr id="5" name="Gerade Verbindung 49">
            <a:extLst>
              <a:ext uri="{FF2B5EF4-FFF2-40B4-BE49-F238E27FC236}">
                <a16:creationId xmlns:a16="http://schemas.microsoft.com/office/drawing/2014/main" id="{EAE2A651-6893-7351-79B7-B37715FC7C4E}"/>
              </a:ext>
            </a:extLst>
          </p:cNvPr>
          <p:cNvCxnSpPr/>
          <p:nvPr userDrawn="1"/>
        </p:nvCxnSpPr>
        <p:spPr>
          <a:xfrm>
            <a:off x="1522413" y="238125"/>
            <a:ext cx="0" cy="317500"/>
          </a:xfrm>
          <a:prstGeom prst="line">
            <a:avLst/>
          </a:prstGeom>
          <a:ln w="635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7">
            <a:extLst>
              <a:ext uri="{FF2B5EF4-FFF2-40B4-BE49-F238E27FC236}">
                <a16:creationId xmlns:a16="http://schemas.microsoft.com/office/drawing/2014/main" id="{30636B8C-8112-229B-770F-92589AC4DCF3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11378092" y="209846"/>
            <a:ext cx="381000" cy="410222"/>
            <a:chOff x="9297103" y="2991962"/>
            <a:chExt cx="2156150" cy="2321512"/>
          </a:xfrm>
          <a:solidFill>
            <a:srgbClr val="E3E5E6"/>
          </a:solidFill>
        </p:grpSpPr>
        <p:sp>
          <p:nvSpPr>
            <p:cNvPr id="7" name="Freihandform 16">
              <a:extLst>
                <a:ext uri="{FF2B5EF4-FFF2-40B4-BE49-F238E27FC236}">
                  <a16:creationId xmlns:a16="http://schemas.microsoft.com/office/drawing/2014/main" id="{CDDE1313-98B0-8E98-DA99-A304DB7B15C9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8" name="Freihandform 17">
              <a:extLst>
                <a:ext uri="{FF2B5EF4-FFF2-40B4-BE49-F238E27FC236}">
                  <a16:creationId xmlns:a16="http://schemas.microsoft.com/office/drawing/2014/main" id="{3B9006C6-8A5B-8484-5DFA-1DA4DC5AB542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9" name="Freihandform 18">
              <a:extLst>
                <a:ext uri="{FF2B5EF4-FFF2-40B4-BE49-F238E27FC236}">
                  <a16:creationId xmlns:a16="http://schemas.microsoft.com/office/drawing/2014/main" id="{2ACE5E40-C928-504D-BDE2-A11A9C280767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129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ing Integral Org.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>
            <a:extLst>
              <a:ext uri="{FF2B5EF4-FFF2-40B4-BE49-F238E27FC236}">
                <a16:creationId xmlns:a16="http://schemas.microsoft.com/office/drawing/2014/main" id="{489D8E1C-E6BF-25A9-25EE-A7C0F59CF020}"/>
              </a:ext>
            </a:extLst>
          </p:cNvPr>
          <p:cNvSpPr/>
          <p:nvPr userDrawn="1"/>
        </p:nvSpPr>
        <p:spPr bwMode="gray">
          <a:xfrm>
            <a:off x="323850" y="6461125"/>
            <a:ext cx="7632700" cy="2714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pic>
        <p:nvPicPr>
          <p:cNvPr id="4" name="Grafik 10">
            <a:extLst>
              <a:ext uri="{FF2B5EF4-FFF2-40B4-BE49-F238E27FC236}">
                <a16:creationId xmlns:a16="http://schemas.microsoft.com/office/drawing/2014/main" id="{D8C60FFB-71C3-D0A4-5B2B-E980D9A1B4E1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363538"/>
            <a:ext cx="16970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12">
            <a:extLst>
              <a:ext uri="{FF2B5EF4-FFF2-40B4-BE49-F238E27FC236}">
                <a16:creationId xmlns:a16="http://schemas.microsoft.com/office/drawing/2014/main" id="{53F866A5-9E00-E47E-3F60-7515B0F0DF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01913" y="254000"/>
            <a:ext cx="84296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 sz="3200"/>
              <a:t>2020 </a:t>
            </a:r>
          </a:p>
        </p:txBody>
      </p:sp>
      <p:cxnSp>
        <p:nvCxnSpPr>
          <p:cNvPr id="7" name="Gerade Verbindung 13">
            <a:extLst>
              <a:ext uri="{FF2B5EF4-FFF2-40B4-BE49-F238E27FC236}">
                <a16:creationId xmlns:a16="http://schemas.microsoft.com/office/drawing/2014/main" id="{BD2DC5BD-7473-EB9B-DCE6-A99046F73BB6}"/>
              </a:ext>
            </a:extLst>
          </p:cNvPr>
          <p:cNvCxnSpPr/>
          <p:nvPr userDrawn="1"/>
        </p:nvCxnSpPr>
        <p:spPr>
          <a:xfrm>
            <a:off x="2382838" y="215900"/>
            <a:ext cx="0" cy="1006475"/>
          </a:xfrm>
          <a:prstGeom prst="line">
            <a:avLst/>
          </a:prstGeom>
          <a:ln w="1270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4">
            <a:extLst>
              <a:ext uri="{FF2B5EF4-FFF2-40B4-BE49-F238E27FC236}">
                <a16:creationId xmlns:a16="http://schemas.microsoft.com/office/drawing/2014/main" id="{04CF00E5-4AC0-300B-E4AD-F361CF67F3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22550" y="758825"/>
            <a:ext cx="1427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400"/>
              </a:lnSpc>
            </a:pPr>
            <a:r>
              <a:rPr lang="de-DE" altLang="sv-SE" sz="1200"/>
              <a:t>Integral Organizational</a:t>
            </a:r>
          </a:p>
          <a:p>
            <a:pPr eaLnBrk="1" hangingPunct="1">
              <a:lnSpc>
                <a:spcPts val="1400"/>
              </a:lnSpc>
            </a:pPr>
            <a:r>
              <a:rPr lang="de-DE" altLang="sv-SE" sz="1200"/>
              <a:t>Transformation</a:t>
            </a:r>
          </a:p>
        </p:txBody>
      </p:sp>
      <p:grpSp>
        <p:nvGrpSpPr>
          <p:cNvPr id="9" name="Gruppieren 7">
            <a:extLst>
              <a:ext uri="{FF2B5EF4-FFF2-40B4-BE49-F238E27FC236}">
                <a16:creationId xmlns:a16="http://schemas.microsoft.com/office/drawing/2014/main" id="{EE4B79F7-BB2A-27C4-EE16-7CA322F999D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>
          <a:xfrm>
            <a:off x="11311470" y="291414"/>
            <a:ext cx="441350" cy="475200"/>
            <a:chOff x="9297103" y="2991962"/>
            <a:chExt cx="2156150" cy="2321512"/>
          </a:xfrm>
          <a:solidFill>
            <a:srgbClr val="E3E5E6"/>
          </a:solidFill>
        </p:grpSpPr>
        <p:sp>
          <p:nvSpPr>
            <p:cNvPr id="11" name="Freihandform 15">
              <a:extLst>
                <a:ext uri="{FF2B5EF4-FFF2-40B4-BE49-F238E27FC236}">
                  <a16:creationId xmlns:a16="http://schemas.microsoft.com/office/drawing/2014/main" id="{2EDAE603-4BF4-5D61-CC82-FC46D5231B81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12" name="Freihandform 16">
              <a:extLst>
                <a:ext uri="{FF2B5EF4-FFF2-40B4-BE49-F238E27FC236}">
                  <a16:creationId xmlns:a16="http://schemas.microsoft.com/office/drawing/2014/main" id="{370AF251-037C-750D-A29D-A5B81F38DD4F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13" name="Freihandform 17">
              <a:extLst>
                <a:ext uri="{FF2B5EF4-FFF2-40B4-BE49-F238E27FC236}">
                  <a16:creationId xmlns:a16="http://schemas.microsoft.com/office/drawing/2014/main" id="{CD65721C-BC5D-0AAC-07B0-E5C5EF83148A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</p:grp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50000" y="2787799"/>
            <a:ext cx="10605540" cy="65017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FontTx/>
              <a:buNone/>
              <a:defRPr sz="5000" baseline="0">
                <a:solidFill>
                  <a:srgbClr val="737B82"/>
                </a:solidFill>
                <a:latin typeface="Calibri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450000" y="5939393"/>
            <a:ext cx="10636251" cy="369332"/>
          </a:xfrm>
          <a:prstGeom prst="rect">
            <a:avLst/>
          </a:prstGeom>
        </p:spPr>
        <p:txBody>
          <a:bodyPr anchor="b">
            <a:spAutoFit/>
          </a:bodyPr>
          <a:lstStyle>
            <a:lvl1pPr marL="273050" indent="-273050">
              <a:buFont typeface="Arial" panose="020B0604020202020204" pitchFamily="34" charset="0"/>
              <a:buChar char="•"/>
              <a:defRPr sz="24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4"/>
          </p:nvPr>
        </p:nvSpPr>
        <p:spPr>
          <a:xfrm>
            <a:off x="480704" y="2384884"/>
            <a:ext cx="7977188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4199790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ing Integral Org.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38" hidden="1">
            <a:extLst>
              <a:ext uri="{FF2B5EF4-FFF2-40B4-BE49-F238E27FC236}">
                <a16:creationId xmlns:a16="http://schemas.microsoft.com/office/drawing/2014/main" id="{2FBB4A9C-78D9-4877-B056-9763B281B9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5846" name="Objekt 38" hidden="1">
                        <a:extLst>
                          <a:ext uri="{FF2B5EF4-FFF2-40B4-BE49-F238E27FC236}">
                            <a16:creationId xmlns:a16="http://schemas.microsoft.com/office/drawing/2014/main" id="{852AFB37-7D71-9811-FAD8-FEEF5A814C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10">
            <a:extLst>
              <a:ext uri="{FF2B5EF4-FFF2-40B4-BE49-F238E27FC236}">
                <a16:creationId xmlns:a16="http://schemas.microsoft.com/office/drawing/2014/main" id="{C12A4188-3F52-F7CE-EE85-69EEBA37A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4813" y="542925"/>
            <a:ext cx="8318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800"/>
              </a:lnSpc>
            </a:pPr>
            <a:r>
              <a:rPr lang="de-DE" altLang="sv-SE" sz="700"/>
              <a:t>Integral Organizational</a:t>
            </a:r>
          </a:p>
          <a:p>
            <a:pPr eaLnBrk="1" hangingPunct="1">
              <a:lnSpc>
                <a:spcPts val="800"/>
              </a:lnSpc>
            </a:pPr>
            <a:r>
              <a:rPr lang="de-DE" altLang="sv-SE" sz="700"/>
              <a:t>Transformation</a:t>
            </a:r>
          </a:p>
        </p:txBody>
      </p:sp>
      <p:grpSp>
        <p:nvGrpSpPr>
          <p:cNvPr id="4" name="Gruppieren 7">
            <a:extLst>
              <a:ext uri="{FF2B5EF4-FFF2-40B4-BE49-F238E27FC236}">
                <a16:creationId xmlns:a16="http://schemas.microsoft.com/office/drawing/2014/main" id="{E896B10A-060C-6C18-976E-5189EF1A77F7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11378092" y="209846"/>
            <a:ext cx="381000" cy="410222"/>
            <a:chOff x="9297103" y="2991962"/>
            <a:chExt cx="2156150" cy="2321512"/>
          </a:xfrm>
          <a:solidFill>
            <a:srgbClr val="E3E5E6"/>
          </a:solidFill>
        </p:grpSpPr>
        <p:sp>
          <p:nvSpPr>
            <p:cNvPr id="5" name="Freihandform 13">
              <a:extLst>
                <a:ext uri="{FF2B5EF4-FFF2-40B4-BE49-F238E27FC236}">
                  <a16:creationId xmlns:a16="http://schemas.microsoft.com/office/drawing/2014/main" id="{34B22F67-00C2-21CB-DBE5-33EC07CF7FE6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6" name="Freihandform 14">
              <a:extLst>
                <a:ext uri="{FF2B5EF4-FFF2-40B4-BE49-F238E27FC236}">
                  <a16:creationId xmlns:a16="http://schemas.microsoft.com/office/drawing/2014/main" id="{8996ADFB-0DEF-053D-A4BF-1C238FA5F7A6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7" name="Freihandform 15">
              <a:extLst>
                <a:ext uri="{FF2B5EF4-FFF2-40B4-BE49-F238E27FC236}">
                  <a16:creationId xmlns:a16="http://schemas.microsoft.com/office/drawing/2014/main" id="{F642B65F-59E1-81F8-EDDB-8DA5DC9005E5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</p:grpSp>
      <p:pic>
        <p:nvPicPr>
          <p:cNvPr id="8" name="Grafik 4">
            <a:extLst>
              <a:ext uri="{FF2B5EF4-FFF2-40B4-BE49-F238E27FC236}">
                <a16:creationId xmlns:a16="http://schemas.microsoft.com/office/drawing/2014/main" id="{5CEAE8BE-1C83-6C2F-B0F1-B5998AAEAFB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317500"/>
            <a:ext cx="9366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eck 18">
            <a:extLst>
              <a:ext uri="{FF2B5EF4-FFF2-40B4-BE49-F238E27FC236}">
                <a16:creationId xmlns:a16="http://schemas.microsoft.com/office/drawing/2014/main" id="{053BBC9A-B7C1-BC94-A745-895DB10AE1AE}"/>
              </a:ext>
            </a:extLst>
          </p:cNvPr>
          <p:cNvSpPr>
            <a:spLocks/>
          </p:cNvSpPr>
          <p:nvPr userDrawn="1"/>
        </p:nvSpPr>
        <p:spPr bwMode="auto">
          <a:xfrm>
            <a:off x="1665288" y="252413"/>
            <a:ext cx="520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/>
              <a:t>2020 </a:t>
            </a:r>
          </a:p>
        </p:txBody>
      </p:sp>
      <p:cxnSp>
        <p:nvCxnSpPr>
          <p:cNvPr id="10" name="Gerade Verbindung 49">
            <a:extLst>
              <a:ext uri="{FF2B5EF4-FFF2-40B4-BE49-F238E27FC236}">
                <a16:creationId xmlns:a16="http://schemas.microsoft.com/office/drawing/2014/main" id="{AB997988-98E2-D362-C856-882C4832DC46}"/>
              </a:ext>
            </a:extLst>
          </p:cNvPr>
          <p:cNvCxnSpPr/>
          <p:nvPr userDrawn="1"/>
        </p:nvCxnSpPr>
        <p:spPr>
          <a:xfrm>
            <a:off x="1522413" y="238125"/>
            <a:ext cx="0" cy="576263"/>
          </a:xfrm>
          <a:prstGeom prst="line">
            <a:avLst/>
          </a:prstGeom>
          <a:ln w="635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7676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ing Power 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>
            <a:extLst>
              <a:ext uri="{FF2B5EF4-FFF2-40B4-BE49-F238E27FC236}">
                <a16:creationId xmlns:a16="http://schemas.microsoft.com/office/drawing/2014/main" id="{22650E16-1916-01ED-5148-2207AD9FBA4A}"/>
              </a:ext>
            </a:extLst>
          </p:cNvPr>
          <p:cNvSpPr/>
          <p:nvPr userDrawn="1"/>
        </p:nvSpPr>
        <p:spPr bwMode="gray">
          <a:xfrm>
            <a:off x="323850" y="6461125"/>
            <a:ext cx="7632700" cy="2714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pic>
        <p:nvPicPr>
          <p:cNvPr id="4" name="Grafik 10">
            <a:extLst>
              <a:ext uri="{FF2B5EF4-FFF2-40B4-BE49-F238E27FC236}">
                <a16:creationId xmlns:a16="http://schemas.microsoft.com/office/drawing/2014/main" id="{5088B15F-DAC9-123F-431B-D231B3608C31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363538"/>
            <a:ext cx="16970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12">
            <a:extLst>
              <a:ext uri="{FF2B5EF4-FFF2-40B4-BE49-F238E27FC236}">
                <a16:creationId xmlns:a16="http://schemas.microsoft.com/office/drawing/2014/main" id="{C2595CF7-3464-1AA8-564F-5E3CC7A0F9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01913" y="254000"/>
            <a:ext cx="84296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 sz="3200"/>
              <a:t>2020 </a:t>
            </a:r>
          </a:p>
        </p:txBody>
      </p:sp>
      <p:cxnSp>
        <p:nvCxnSpPr>
          <p:cNvPr id="7" name="Gerade Verbindung 13">
            <a:extLst>
              <a:ext uri="{FF2B5EF4-FFF2-40B4-BE49-F238E27FC236}">
                <a16:creationId xmlns:a16="http://schemas.microsoft.com/office/drawing/2014/main" id="{14EE6BF4-9348-166B-6825-AE7D8DDC0574}"/>
              </a:ext>
            </a:extLst>
          </p:cNvPr>
          <p:cNvCxnSpPr/>
          <p:nvPr userDrawn="1"/>
        </p:nvCxnSpPr>
        <p:spPr>
          <a:xfrm>
            <a:off x="2382838" y="215900"/>
            <a:ext cx="0" cy="828675"/>
          </a:xfrm>
          <a:prstGeom prst="line">
            <a:avLst/>
          </a:prstGeom>
          <a:ln w="1270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4">
            <a:extLst>
              <a:ext uri="{FF2B5EF4-FFF2-40B4-BE49-F238E27FC236}">
                <a16:creationId xmlns:a16="http://schemas.microsoft.com/office/drawing/2014/main" id="{92444E84-5F5B-39CC-57CC-2097A6B5E2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22550" y="758825"/>
            <a:ext cx="6159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400"/>
              </a:lnSpc>
            </a:pPr>
            <a:r>
              <a:rPr lang="de-DE" altLang="sv-SE" sz="1200"/>
              <a:t>Power On</a:t>
            </a:r>
          </a:p>
        </p:txBody>
      </p:sp>
      <p:grpSp>
        <p:nvGrpSpPr>
          <p:cNvPr id="9" name="Gruppieren 7">
            <a:extLst>
              <a:ext uri="{FF2B5EF4-FFF2-40B4-BE49-F238E27FC236}">
                <a16:creationId xmlns:a16="http://schemas.microsoft.com/office/drawing/2014/main" id="{43DB8F2A-EE2B-C41C-90FD-966732F65A6C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>
          <a:xfrm>
            <a:off x="11311470" y="291414"/>
            <a:ext cx="441350" cy="475200"/>
            <a:chOff x="9297103" y="2991962"/>
            <a:chExt cx="2156150" cy="2321512"/>
          </a:xfrm>
          <a:solidFill>
            <a:srgbClr val="E3E5E6"/>
          </a:solidFill>
        </p:grpSpPr>
        <p:sp>
          <p:nvSpPr>
            <p:cNvPr id="11" name="Freihandform 15">
              <a:extLst>
                <a:ext uri="{FF2B5EF4-FFF2-40B4-BE49-F238E27FC236}">
                  <a16:creationId xmlns:a16="http://schemas.microsoft.com/office/drawing/2014/main" id="{E37D6625-D3B0-3353-C664-68DB5CA6404F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12" name="Freihandform 16">
              <a:extLst>
                <a:ext uri="{FF2B5EF4-FFF2-40B4-BE49-F238E27FC236}">
                  <a16:creationId xmlns:a16="http://schemas.microsoft.com/office/drawing/2014/main" id="{E16C62FA-58B8-9963-9F4E-B1674AE96CDF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13" name="Freihandform 17">
              <a:extLst>
                <a:ext uri="{FF2B5EF4-FFF2-40B4-BE49-F238E27FC236}">
                  <a16:creationId xmlns:a16="http://schemas.microsoft.com/office/drawing/2014/main" id="{E2C13DCB-4B06-D265-AEAC-4680C6F7D759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</p:grp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50000" y="2787799"/>
            <a:ext cx="10605540" cy="65017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FontTx/>
              <a:buNone/>
              <a:defRPr sz="5000" baseline="0">
                <a:solidFill>
                  <a:srgbClr val="737B82"/>
                </a:solidFill>
                <a:latin typeface="Calibri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450000" y="5939393"/>
            <a:ext cx="10636251" cy="369332"/>
          </a:xfrm>
          <a:prstGeom prst="rect">
            <a:avLst/>
          </a:prstGeom>
        </p:spPr>
        <p:txBody>
          <a:bodyPr anchor="b">
            <a:spAutoFit/>
          </a:bodyPr>
          <a:lstStyle>
            <a:lvl1pPr marL="273050" indent="-273050">
              <a:buFont typeface="Arial" panose="020B0604020202020204" pitchFamily="34" charset="0"/>
              <a:buChar char="•"/>
              <a:defRPr sz="24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4"/>
          </p:nvPr>
        </p:nvSpPr>
        <p:spPr>
          <a:xfrm>
            <a:off x="480704" y="2384884"/>
            <a:ext cx="7977188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622310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ing Power 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38" hidden="1">
            <a:extLst>
              <a:ext uri="{FF2B5EF4-FFF2-40B4-BE49-F238E27FC236}">
                <a16:creationId xmlns:a16="http://schemas.microsoft.com/office/drawing/2014/main" id="{63F7738A-5C55-76D6-2EAC-E1E76DB3D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7894" name="Objekt 38" hidden="1">
                        <a:extLst>
                          <a:ext uri="{FF2B5EF4-FFF2-40B4-BE49-F238E27FC236}">
                            <a16:creationId xmlns:a16="http://schemas.microsoft.com/office/drawing/2014/main" id="{11187BC7-2297-2269-B604-E323FC337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pieren 7">
            <a:extLst>
              <a:ext uri="{FF2B5EF4-FFF2-40B4-BE49-F238E27FC236}">
                <a16:creationId xmlns:a16="http://schemas.microsoft.com/office/drawing/2014/main" id="{DE756D55-C12B-5C5F-12B6-9D2487D718E8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11378092" y="209846"/>
            <a:ext cx="381000" cy="410222"/>
            <a:chOff x="9297103" y="2991962"/>
            <a:chExt cx="2156150" cy="2321512"/>
          </a:xfrm>
          <a:solidFill>
            <a:srgbClr val="E3E5E6"/>
          </a:solidFill>
        </p:grpSpPr>
        <p:sp>
          <p:nvSpPr>
            <p:cNvPr id="4" name="Freihandform 13">
              <a:extLst>
                <a:ext uri="{FF2B5EF4-FFF2-40B4-BE49-F238E27FC236}">
                  <a16:creationId xmlns:a16="http://schemas.microsoft.com/office/drawing/2014/main" id="{E2935EB7-885A-A9F2-40E1-8C1F17266BC5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5" name="Freihandform 14">
              <a:extLst>
                <a:ext uri="{FF2B5EF4-FFF2-40B4-BE49-F238E27FC236}">
                  <a16:creationId xmlns:a16="http://schemas.microsoft.com/office/drawing/2014/main" id="{8E1D3D09-517B-A6AF-CAD1-33E672E0E638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6" name="Freihandform 15">
              <a:extLst>
                <a:ext uri="{FF2B5EF4-FFF2-40B4-BE49-F238E27FC236}">
                  <a16:creationId xmlns:a16="http://schemas.microsoft.com/office/drawing/2014/main" id="{E0683CE8-D709-44C1-4F27-73FEE665D68C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</p:grpSp>
      <p:sp>
        <p:nvSpPr>
          <p:cNvPr id="7" name="Rechteck 16">
            <a:extLst>
              <a:ext uri="{FF2B5EF4-FFF2-40B4-BE49-F238E27FC236}">
                <a16:creationId xmlns:a16="http://schemas.microsoft.com/office/drawing/2014/main" id="{8A6B9372-90F5-7FD6-ACE4-EF9D41DB7E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4813" y="542925"/>
            <a:ext cx="3619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800"/>
              </a:lnSpc>
            </a:pPr>
            <a:r>
              <a:rPr lang="de-DE" altLang="sv-SE" sz="700"/>
              <a:t>Power On</a:t>
            </a:r>
          </a:p>
        </p:txBody>
      </p:sp>
      <p:pic>
        <p:nvPicPr>
          <p:cNvPr id="8" name="Grafik 4">
            <a:extLst>
              <a:ext uri="{FF2B5EF4-FFF2-40B4-BE49-F238E27FC236}">
                <a16:creationId xmlns:a16="http://schemas.microsoft.com/office/drawing/2014/main" id="{52C1BBEE-C7F1-9B7D-D208-AD6659305F5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317500"/>
            <a:ext cx="9366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eck 18">
            <a:extLst>
              <a:ext uri="{FF2B5EF4-FFF2-40B4-BE49-F238E27FC236}">
                <a16:creationId xmlns:a16="http://schemas.microsoft.com/office/drawing/2014/main" id="{23BB6CB6-F8C8-8BCD-D705-795730CA06E4}"/>
              </a:ext>
            </a:extLst>
          </p:cNvPr>
          <p:cNvSpPr>
            <a:spLocks/>
          </p:cNvSpPr>
          <p:nvPr userDrawn="1"/>
        </p:nvSpPr>
        <p:spPr bwMode="auto">
          <a:xfrm>
            <a:off x="1665288" y="252413"/>
            <a:ext cx="520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/>
              <a:t>2020 </a:t>
            </a:r>
          </a:p>
        </p:txBody>
      </p:sp>
      <p:cxnSp>
        <p:nvCxnSpPr>
          <p:cNvPr id="10" name="Gerade Verbindung 49">
            <a:extLst>
              <a:ext uri="{FF2B5EF4-FFF2-40B4-BE49-F238E27FC236}">
                <a16:creationId xmlns:a16="http://schemas.microsoft.com/office/drawing/2014/main" id="{2FC19676-814C-CC43-4665-3C043D6A3574}"/>
              </a:ext>
            </a:extLst>
          </p:cNvPr>
          <p:cNvCxnSpPr/>
          <p:nvPr userDrawn="1"/>
        </p:nvCxnSpPr>
        <p:spPr>
          <a:xfrm>
            <a:off x="1522413" y="238125"/>
            <a:ext cx="0" cy="468313"/>
          </a:xfrm>
          <a:prstGeom prst="line">
            <a:avLst/>
          </a:prstGeom>
          <a:ln w="635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59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tags" Target="../tags/tag7.xml"/><Relationship Id="rId11" Type="http://schemas.openxmlformats.org/officeDocument/2006/relationships/image" Target="../media/image4.png"/><Relationship Id="rId5" Type="http://schemas.openxmlformats.org/officeDocument/2006/relationships/tags" Target="../tags/tag6.xml"/><Relationship Id="rId10" Type="http://schemas.openxmlformats.org/officeDocument/2006/relationships/image" Target="../media/image3.png"/><Relationship Id="rId4" Type="http://schemas.openxmlformats.org/officeDocument/2006/relationships/tags" Target="../tags/tag5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29" Type="http://schemas.openxmlformats.org/officeDocument/2006/relationships/tags" Target="../tags/tag1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oleObject" Target="../embeddings/oleObject5.bin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tags" Target="../tags/tag11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tags" Target="../tags/tag14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tags" Target="../tags/tag10.xml"/><Relationship Id="rId30" Type="http://schemas.openxmlformats.org/officeDocument/2006/relationships/tags" Target="../tags/tag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4.xml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ags" Target="../tags/tag27.xml"/><Relationship Id="rId5" Type="http://schemas.openxmlformats.org/officeDocument/2006/relationships/slideLayout" Target="../slideLayouts/slideLayout32.xml"/><Relationship Id="rId10" Type="http://schemas.openxmlformats.org/officeDocument/2006/relationships/tags" Target="../tags/tag26.xml"/><Relationship Id="rId4" Type="http://schemas.openxmlformats.org/officeDocument/2006/relationships/slideLayout" Target="../slideLayouts/slideLayout31.xml"/><Relationship Id="rId9" Type="http://schemas.openxmlformats.org/officeDocument/2006/relationships/tags" Target="../tags/tag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kt 1" hidden="1">
            <a:extLst>
              <a:ext uri="{FF2B5EF4-FFF2-40B4-BE49-F238E27FC236}">
                <a16:creationId xmlns:a16="http://schemas.microsoft.com/office/drawing/2014/main" id="{680C165B-9E9D-BDD7-4ED3-7EF3A11716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Grafik 4">
            <a:extLst>
              <a:ext uri="{FF2B5EF4-FFF2-40B4-BE49-F238E27FC236}">
                <a16:creationId xmlns:a16="http://schemas.microsoft.com/office/drawing/2014/main" id="{F3B7CAE4-054B-4520-B0AA-0CD64A361680}"/>
              </a:ext>
            </a:extLst>
          </p:cNvPr>
          <p:cNvPicPr>
            <a:picLocks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3" y="2987675"/>
            <a:ext cx="5146675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063506AD-A0DF-FCA3-1EE4-D8E3F1554E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7056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v-SE" sz="1000">
                <a:solidFill>
                  <a:srgbClr val="676C7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kt 1" hidden="1">
            <a:extLst>
              <a:ext uri="{FF2B5EF4-FFF2-40B4-BE49-F238E27FC236}">
                <a16:creationId xmlns:a16="http://schemas.microsoft.com/office/drawing/2014/main" id="{CEDFCB36-178F-12B6-0C3E-7027AD368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Grafik 84">
            <a:extLst>
              <a:ext uri="{FF2B5EF4-FFF2-40B4-BE49-F238E27FC236}">
                <a16:creationId xmlns:a16="http://schemas.microsoft.com/office/drawing/2014/main" id="{F7118059-9860-3625-0115-5520F08D9E2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9" b="5156"/>
          <a:stretch>
            <a:fillRect/>
          </a:stretch>
        </p:blipFill>
        <p:spPr bwMode="auto">
          <a:xfrm>
            <a:off x="0" y="1844675"/>
            <a:ext cx="4560888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Bild 4">
            <a:extLst>
              <a:ext uri="{FF2B5EF4-FFF2-40B4-BE49-F238E27FC236}">
                <a16:creationId xmlns:a16="http://schemas.microsoft.com/office/drawing/2014/main" id="{4CBF8765-31C1-6969-2125-F05D830650D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363538"/>
            <a:ext cx="16970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59A66C5-D57A-00C8-3A5C-93BB032E9A60}"/>
              </a:ext>
            </a:extLst>
          </p:cNvPr>
          <p:cNvSpPr txBox="1">
            <a:spLocks/>
          </p:cNvSpPr>
          <p:nvPr userDrawn="1"/>
        </p:nvSpPr>
        <p:spPr>
          <a:xfrm>
            <a:off x="7888288" y="6540500"/>
            <a:ext cx="3860800" cy="10795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de-DE" altLang="sv-SE" sz="700">
                <a:solidFill>
                  <a:schemeClr val="bg1"/>
                </a:solidFill>
                <a:cs typeface="Calibri Light" panose="020F0302020204030204" pitchFamily="34" charset="0"/>
              </a:rPr>
              <a:t>Page: </a:t>
            </a:r>
            <a:fld id="{0739A55C-7B0B-4515-8DFF-0D7184675128}" type="slidenum">
              <a:rPr lang="de-DE" altLang="sv-SE" sz="700">
                <a:solidFill>
                  <a:schemeClr val="bg1"/>
                </a:solidFill>
                <a:cs typeface="Calibri Light" panose="020F0302020204030204" pitchFamily="34" charset="0"/>
              </a:rPr>
              <a:pPr algn="r" eaLnBrk="1" hangingPunct="1"/>
              <a:t>‹#›</a:t>
            </a:fld>
            <a:r>
              <a:rPr lang="de-DE" altLang="sv-SE" sz="7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</a:p>
        </p:txBody>
      </p:sp>
      <p:grpSp>
        <p:nvGrpSpPr>
          <p:cNvPr id="79" name="Gruppieren 7">
            <a:extLst>
              <a:ext uri="{FF2B5EF4-FFF2-40B4-BE49-F238E27FC236}">
                <a16:creationId xmlns:a16="http://schemas.microsoft.com/office/drawing/2014/main" id="{0E37C9C4-982A-F244-5F78-2EA88A6FD6BB}"/>
              </a:ext>
            </a:extLst>
          </p:cNvPr>
          <p:cNvGrpSpPr>
            <a:grpSpLocks/>
          </p:cNvGrpSpPr>
          <p:nvPr userDrawn="1">
            <p:custDataLst>
              <p:tags r:id="rId4"/>
            </p:custDataLst>
          </p:nvPr>
        </p:nvGrpSpPr>
        <p:grpSpPr>
          <a:xfrm>
            <a:off x="11311470" y="291414"/>
            <a:ext cx="441350" cy="475200"/>
            <a:chOff x="9297103" y="2991962"/>
            <a:chExt cx="2156150" cy="2321512"/>
          </a:xfrm>
          <a:solidFill>
            <a:schemeClr val="bg1"/>
          </a:solidFill>
        </p:grpSpPr>
        <p:sp>
          <p:nvSpPr>
            <p:cNvPr id="81" name="Freihandform 80">
              <a:extLst>
                <a:ext uri="{FF2B5EF4-FFF2-40B4-BE49-F238E27FC236}">
                  <a16:creationId xmlns:a16="http://schemas.microsoft.com/office/drawing/2014/main" id="{FFA8F5FE-1CA4-FBAC-99D4-1804771AEE2F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  <p:sp>
          <p:nvSpPr>
            <p:cNvPr id="82" name="Freihandform 81">
              <a:extLst>
                <a:ext uri="{FF2B5EF4-FFF2-40B4-BE49-F238E27FC236}">
                  <a16:creationId xmlns:a16="http://schemas.microsoft.com/office/drawing/2014/main" id="{B0826888-5063-CCC0-D57B-10E3A98FED6C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  <p:sp>
          <p:nvSpPr>
            <p:cNvPr id="83" name="Freihandform 82">
              <a:extLst>
                <a:ext uri="{FF2B5EF4-FFF2-40B4-BE49-F238E27FC236}">
                  <a16:creationId xmlns:a16="http://schemas.microsoft.com/office/drawing/2014/main" id="{BE9009C9-7006-8888-8DD5-85B146214AF6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</p:grpSp>
      <p:sp>
        <p:nvSpPr>
          <p:cNvPr id="84" name="Titel 13">
            <a:extLst>
              <a:ext uri="{FF2B5EF4-FFF2-40B4-BE49-F238E27FC236}">
                <a16:creationId xmlns:a16="http://schemas.microsoft.com/office/drawing/2014/main" id="{4E7DE0C6-772B-B0F2-1A7C-1D4A8FD3734A}"/>
              </a:ext>
            </a:extLst>
          </p:cNvPr>
          <p:cNvSpPr txBox="1">
            <a:spLocks/>
          </p:cNvSpPr>
          <p:nvPr userDrawn="1"/>
        </p:nvSpPr>
        <p:spPr>
          <a:xfrm>
            <a:off x="449263" y="1327150"/>
            <a:ext cx="10656887" cy="3683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l" defTabSz="457158" rtl="0" eaLnBrk="1" latinLnBrk="0" hangingPunct="1">
              <a:spcBef>
                <a:spcPct val="0"/>
              </a:spcBef>
              <a:buNone/>
              <a:defRPr sz="240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FFFFFF"/>
                </a:solidFill>
              </a:rPr>
              <a:t>Orange Intelligenz</a:t>
            </a:r>
          </a:p>
        </p:txBody>
      </p:sp>
      <p:grpSp>
        <p:nvGrpSpPr>
          <p:cNvPr id="2056" name="Gruppieren 2">
            <a:extLst>
              <a:ext uri="{FF2B5EF4-FFF2-40B4-BE49-F238E27FC236}">
                <a16:creationId xmlns:a16="http://schemas.microsoft.com/office/drawing/2014/main" id="{189507C6-2824-817C-68E7-108F983624DC}"/>
              </a:ext>
            </a:extLst>
          </p:cNvPr>
          <p:cNvGrpSpPr>
            <a:grpSpLocks/>
          </p:cNvGrpSpPr>
          <p:nvPr userDrawn="1">
            <p:custDataLst>
              <p:tags r:id="rId5"/>
            </p:custDataLst>
          </p:nvPr>
        </p:nvGrpSpPr>
        <p:grpSpPr bwMode="auto">
          <a:xfrm>
            <a:off x="-150813" y="-96838"/>
            <a:ext cx="12476163" cy="7067551"/>
            <a:chOff x="-151035" y="-97287"/>
            <a:chExt cx="12476539" cy="7067433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BA024C62-FDF8-D18C-EEE3-FD57A3082D3E}"/>
                </a:ext>
              </a:extLst>
            </p:cNvPr>
            <p:cNvCxnSpPr/>
            <p:nvPr userDrawn="1"/>
          </p:nvCxnSpPr>
          <p:spPr>
            <a:xfrm>
              <a:off x="-151035" y="3430080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DF900B7E-23E8-C4E2-7F33-FE8154B8B9C2}"/>
                </a:ext>
              </a:extLst>
            </p:cNvPr>
            <p:cNvCxnSpPr/>
            <p:nvPr userDrawn="1"/>
          </p:nvCxnSpPr>
          <p:spPr>
            <a:xfrm>
              <a:off x="-151035" y="6308169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76718B43-E2F2-1DAD-51FB-8D193F2DEEDD}"/>
                </a:ext>
              </a:extLst>
            </p:cNvPr>
            <p:cNvCxnSpPr/>
            <p:nvPr userDrawn="1"/>
          </p:nvCxnSpPr>
          <p:spPr>
            <a:xfrm>
              <a:off x="-151035" y="6524065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4E2E81DF-1B22-B8EC-B4FD-15CF62FBF522}"/>
                </a:ext>
              </a:extLst>
            </p:cNvPr>
            <p:cNvCxnSpPr/>
            <p:nvPr userDrawn="1"/>
          </p:nvCxnSpPr>
          <p:spPr>
            <a:xfrm>
              <a:off x="-151035" y="6670113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9EDC92CA-95A1-3DA7-C644-2925B03F2AE1}"/>
                </a:ext>
              </a:extLst>
            </p:cNvPr>
            <p:cNvCxnSpPr/>
            <p:nvPr userDrawn="1"/>
          </p:nvCxnSpPr>
          <p:spPr>
            <a:xfrm>
              <a:off x="-151035" y="98060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417FA91F-81FD-9069-8974-468B9F0C786B}"/>
                </a:ext>
              </a:extLst>
            </p:cNvPr>
            <p:cNvCxnSpPr/>
            <p:nvPr userDrawn="1"/>
          </p:nvCxnSpPr>
          <p:spPr>
            <a:xfrm>
              <a:off x="-151035" y="187911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46A147EE-01DA-427C-F9EF-89CC099AB108}"/>
                </a:ext>
              </a:extLst>
            </p:cNvPr>
            <p:cNvCxnSpPr/>
            <p:nvPr userDrawn="1"/>
          </p:nvCxnSpPr>
          <p:spPr>
            <a:xfrm>
              <a:off x="12230251" y="3430080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5F71F0E5-8E13-0C1B-D683-2651157D7CBB}"/>
                </a:ext>
              </a:extLst>
            </p:cNvPr>
            <p:cNvCxnSpPr/>
            <p:nvPr userDrawn="1"/>
          </p:nvCxnSpPr>
          <p:spPr>
            <a:xfrm>
              <a:off x="12230251" y="6308169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3608F263-EBE1-2856-3FB6-9B4F0E19361F}"/>
                </a:ext>
              </a:extLst>
            </p:cNvPr>
            <p:cNvCxnSpPr/>
            <p:nvPr userDrawn="1"/>
          </p:nvCxnSpPr>
          <p:spPr>
            <a:xfrm>
              <a:off x="12230251" y="6524065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B28031B8-538D-D9D2-F651-CE1F09730DFB}"/>
                </a:ext>
              </a:extLst>
            </p:cNvPr>
            <p:cNvCxnSpPr/>
            <p:nvPr userDrawn="1"/>
          </p:nvCxnSpPr>
          <p:spPr>
            <a:xfrm>
              <a:off x="12230251" y="6670113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710855AB-F034-8AA9-C426-AF37E2D10C4E}"/>
                </a:ext>
              </a:extLst>
            </p:cNvPr>
            <p:cNvCxnSpPr/>
            <p:nvPr userDrawn="1"/>
          </p:nvCxnSpPr>
          <p:spPr>
            <a:xfrm>
              <a:off x="12230251" y="98060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37F1D8F7-2520-916C-B6A8-BE17EEF824F2}"/>
                </a:ext>
              </a:extLst>
            </p:cNvPr>
            <p:cNvCxnSpPr/>
            <p:nvPr userDrawn="1"/>
          </p:nvCxnSpPr>
          <p:spPr>
            <a:xfrm>
              <a:off x="12230251" y="187911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71" name="Gruppieren 98">
              <a:extLst>
                <a:ext uri="{FF2B5EF4-FFF2-40B4-BE49-F238E27FC236}">
                  <a16:creationId xmlns:a16="http://schemas.microsoft.com/office/drawing/2014/main" id="{A72B78E4-239B-2C34-34B7-120101830351}"/>
                </a:ext>
              </a:extLst>
            </p:cNvPr>
            <p:cNvGrpSpPr>
              <a:grpSpLocks/>
            </p:cNvGrpSpPr>
            <p:nvPr userDrawn="1">
              <p:custDataLst>
                <p:tags r:id="rId6"/>
              </p:custDataLst>
            </p:nvPr>
          </p:nvGrpSpPr>
          <p:grpSpPr bwMode="auto">
            <a:xfrm>
              <a:off x="450000" y="-97287"/>
              <a:ext cx="11299088" cy="72000"/>
              <a:chOff x="450000" y="-97287"/>
              <a:chExt cx="11299088" cy="72000"/>
            </a:xfrm>
          </p:grpSpPr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19E646FE-F869-207C-399B-509062556719}"/>
                  </a:ext>
                </a:extLst>
              </p:cNvPr>
              <p:cNvCxnSpPr/>
              <p:nvPr userDrawn="1"/>
            </p:nvCxnSpPr>
            <p:spPr>
              <a:xfrm rot="5400000">
                <a:off x="41492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C57182A5-14B5-58F9-163B-FA36BB6EBA57}"/>
                  </a:ext>
                </a:extLst>
              </p:cNvPr>
              <p:cNvCxnSpPr/>
              <p:nvPr userDrawn="1"/>
            </p:nvCxnSpPr>
            <p:spPr>
              <a:xfrm rot="5400000">
                <a:off x="606024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CB39483C-868F-B41D-3F63-433AEE36E098}"/>
                  </a:ext>
                </a:extLst>
              </p:cNvPr>
              <p:cNvCxnSpPr/>
              <p:nvPr userDrawn="1"/>
            </p:nvCxnSpPr>
            <p:spPr>
              <a:xfrm rot="5400000">
                <a:off x="10572059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6E96164B-C0A1-E99A-BEC3-26C67259417B}"/>
                  </a:ext>
                </a:extLst>
              </p:cNvPr>
              <p:cNvCxnSpPr/>
              <p:nvPr userDrawn="1"/>
            </p:nvCxnSpPr>
            <p:spPr>
              <a:xfrm rot="5400000">
                <a:off x="396944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F780D4A3-8BA4-E79A-33C2-7A36323A9BA7}"/>
                  </a:ext>
                </a:extLst>
              </p:cNvPr>
              <p:cNvCxnSpPr/>
              <p:nvPr userDrawn="1"/>
            </p:nvCxnSpPr>
            <p:spPr>
              <a:xfrm rot="5400000">
                <a:off x="428695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0EC14104-7547-6063-029E-1BD7933C58FB}"/>
                  </a:ext>
                </a:extLst>
              </p:cNvPr>
              <p:cNvCxnSpPr/>
              <p:nvPr userDrawn="1"/>
            </p:nvCxnSpPr>
            <p:spPr>
              <a:xfrm rot="5400000">
                <a:off x="784147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2DBFD831-C224-7292-C85C-4CF902E6153F}"/>
                  </a:ext>
                </a:extLst>
              </p:cNvPr>
              <p:cNvCxnSpPr/>
              <p:nvPr userDrawn="1"/>
            </p:nvCxnSpPr>
            <p:spPr>
              <a:xfrm rot="5400000">
                <a:off x="8158986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8AFF7D75-9C4D-8082-5206-74D2A3C93740}"/>
                  </a:ext>
                </a:extLst>
              </p:cNvPr>
              <p:cNvCxnSpPr/>
              <p:nvPr userDrawn="1"/>
            </p:nvCxnSpPr>
            <p:spPr>
              <a:xfrm rot="5400000">
                <a:off x="1171350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72" name="Gruppieren 99">
              <a:extLst>
                <a:ext uri="{FF2B5EF4-FFF2-40B4-BE49-F238E27FC236}">
                  <a16:creationId xmlns:a16="http://schemas.microsoft.com/office/drawing/2014/main" id="{CA97FAD1-F38D-A028-7A4B-787067C1B8EF}"/>
                </a:ext>
              </a:extLst>
            </p:cNvPr>
            <p:cNvGrpSpPr>
              <a:grpSpLocks/>
            </p:cNvGrpSpPr>
            <p:nvPr userDrawn="1">
              <p:custDataLst>
                <p:tags r:id="rId7"/>
              </p:custDataLst>
            </p:nvPr>
          </p:nvGrpSpPr>
          <p:grpSpPr bwMode="auto">
            <a:xfrm>
              <a:off x="450000" y="6898146"/>
              <a:ext cx="11299088" cy="72000"/>
              <a:chOff x="450000" y="-97287"/>
              <a:chExt cx="11299088" cy="72000"/>
            </a:xfrm>
          </p:grpSpPr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10019E7E-0B1E-8D93-ED88-098C4F88B788}"/>
                  </a:ext>
                </a:extLst>
              </p:cNvPr>
              <p:cNvCxnSpPr/>
              <p:nvPr userDrawn="1"/>
            </p:nvCxnSpPr>
            <p:spPr>
              <a:xfrm rot="5400000">
                <a:off x="41492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629D5979-0C44-6573-784F-0E496A9C12B3}"/>
                  </a:ext>
                </a:extLst>
              </p:cNvPr>
              <p:cNvCxnSpPr/>
              <p:nvPr userDrawn="1"/>
            </p:nvCxnSpPr>
            <p:spPr>
              <a:xfrm rot="5400000">
                <a:off x="606024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BABF33A9-17AA-731B-5E1D-7869E3EBD268}"/>
                  </a:ext>
                </a:extLst>
              </p:cNvPr>
              <p:cNvCxnSpPr/>
              <p:nvPr userDrawn="1"/>
            </p:nvCxnSpPr>
            <p:spPr>
              <a:xfrm rot="5400000">
                <a:off x="10572059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80C7ACF9-1579-B77B-E136-E018AE02A9A3}"/>
                  </a:ext>
                </a:extLst>
              </p:cNvPr>
              <p:cNvCxnSpPr/>
              <p:nvPr userDrawn="1"/>
            </p:nvCxnSpPr>
            <p:spPr>
              <a:xfrm rot="5400000">
                <a:off x="396944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AAA9C41D-94DE-D8EA-C53B-ABDDF42F3981}"/>
                  </a:ext>
                </a:extLst>
              </p:cNvPr>
              <p:cNvCxnSpPr/>
              <p:nvPr userDrawn="1"/>
            </p:nvCxnSpPr>
            <p:spPr>
              <a:xfrm rot="5400000">
                <a:off x="428695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E1A01C59-9B3C-FCE8-802D-619335BF677C}"/>
                  </a:ext>
                </a:extLst>
              </p:cNvPr>
              <p:cNvCxnSpPr/>
              <p:nvPr userDrawn="1"/>
            </p:nvCxnSpPr>
            <p:spPr>
              <a:xfrm rot="5400000">
                <a:off x="784147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90FDD3E2-2CEF-646E-09EE-79260B915A27}"/>
                  </a:ext>
                </a:extLst>
              </p:cNvPr>
              <p:cNvCxnSpPr/>
              <p:nvPr userDrawn="1"/>
            </p:nvCxnSpPr>
            <p:spPr>
              <a:xfrm rot="5400000">
                <a:off x="8158986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64FD05CB-0669-C2F0-3CAE-EE86E228F68E}"/>
                  </a:ext>
                </a:extLst>
              </p:cNvPr>
              <p:cNvCxnSpPr/>
              <p:nvPr userDrawn="1"/>
            </p:nvCxnSpPr>
            <p:spPr>
              <a:xfrm rot="5400000">
                <a:off x="1171350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57" name="Rechteck 43">
            <a:extLst>
              <a:ext uri="{FF2B5EF4-FFF2-40B4-BE49-F238E27FC236}">
                <a16:creationId xmlns:a16="http://schemas.microsoft.com/office/drawing/2014/main" id="{267CA4F6-6F43-2087-82FB-B0750D1312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263" y="6540500"/>
            <a:ext cx="25241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 sz="700">
                <a:solidFill>
                  <a:schemeClr val="bg1"/>
                </a:solidFill>
                <a:cs typeface="Calibri Light" panose="020F0302020204030204" pitchFamily="34" charset="0"/>
              </a:rPr>
              <a:t>Insert presentation title | Insert name | Insert date | www.kuka.com</a:t>
            </a:r>
          </a:p>
        </p:txBody>
      </p:sp>
      <p:sp>
        <p:nvSpPr>
          <p:cNvPr id="45" name="Inhaltsplatzhalter 6">
            <a:extLst>
              <a:ext uri="{FF2B5EF4-FFF2-40B4-BE49-F238E27FC236}">
                <a16:creationId xmlns:a16="http://schemas.microsoft.com/office/drawing/2014/main" id="{7819E5FC-4AD7-2546-0770-5D98F7C57F32}"/>
              </a:ext>
            </a:extLst>
          </p:cNvPr>
          <p:cNvSpPr txBox="1">
            <a:spLocks/>
          </p:cNvSpPr>
          <p:nvPr userDrawn="1"/>
        </p:nvSpPr>
        <p:spPr>
          <a:xfrm>
            <a:off x="449263" y="1879600"/>
            <a:ext cx="7339012" cy="44704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158" rtl="0" eaLnBrk="1" latinLnBrk="0" hangingPunct="1">
              <a:lnSpc>
                <a:spcPts val="2200"/>
              </a:lnSpc>
              <a:spcBef>
                <a:spcPct val="20000"/>
              </a:spcBef>
              <a:buFontTx/>
              <a:buNone/>
              <a:defRPr sz="1800" kern="1200" baseline="0">
                <a:solidFill>
                  <a:schemeClr val="bg1"/>
                </a:solidFill>
                <a:latin typeface="Calibri Light"/>
                <a:ea typeface="+mn-ea"/>
                <a:cs typeface="+mn-cs"/>
              </a:defRPr>
            </a:lvl1pPr>
            <a:lvl2pPr marL="457158" indent="0" algn="l" defTabSz="457158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rgbClr val="80848A"/>
                </a:solidFill>
                <a:latin typeface="+mn-lt"/>
                <a:ea typeface="+mn-ea"/>
                <a:cs typeface="+mn-cs"/>
              </a:defRPr>
            </a:lvl2pPr>
            <a:lvl3pPr marL="914316" indent="0" algn="l" defTabSz="457158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rgbClr val="80848A"/>
                </a:solidFill>
                <a:latin typeface="+mn-lt"/>
                <a:ea typeface="+mn-ea"/>
                <a:cs typeface="+mn-cs"/>
              </a:defRPr>
            </a:lvl3pPr>
            <a:lvl4pPr marL="1371475" indent="0" algn="l" defTabSz="457158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rgbClr val="80848A"/>
                </a:solidFill>
                <a:latin typeface="+mn-lt"/>
                <a:ea typeface="+mn-ea"/>
                <a:cs typeface="+mn-cs"/>
              </a:defRPr>
            </a:lvl4pPr>
            <a:lvl5pPr marL="1828634" indent="0" algn="l" defTabSz="457158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rgbClr val="80848A"/>
                </a:solidFill>
                <a:latin typeface="+mn-lt"/>
                <a:ea typeface="+mn-ea"/>
                <a:cs typeface="+mn-cs"/>
              </a:defRPr>
            </a:lvl5pPr>
            <a:lvl6pPr marL="2514371" indent="-228579" algn="l" defTabSz="45715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29" indent="-228579" algn="l" defTabSz="45715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87" indent="-228579" algn="l" defTabSz="45715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45" indent="-228579" algn="l" defTabSz="45715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+mn-lt"/>
              </a:rPr>
              <a:t>It is the precise combination of KUKA’s competences and the different fields </a:t>
            </a:r>
            <a:br>
              <a:rPr lang="en-US" dirty="0">
                <a:solidFill>
                  <a:srgbClr val="FFFFFF"/>
                </a:solidFill>
                <a:latin typeface="+mn-lt"/>
              </a:rPr>
            </a:br>
            <a:r>
              <a:rPr lang="en-US" dirty="0">
                <a:solidFill>
                  <a:srgbClr val="FFFFFF"/>
                </a:solidFill>
                <a:latin typeface="+mn-lt"/>
              </a:rPr>
              <a:t>in which it operates that make KUKA unique. Each KUKA service and product </a:t>
            </a:r>
            <a:br>
              <a:rPr lang="en-US" dirty="0">
                <a:solidFill>
                  <a:srgbClr val="FFFFFF"/>
                </a:solidFill>
                <a:latin typeface="+mn-lt"/>
              </a:rPr>
            </a:br>
            <a:r>
              <a:rPr lang="en-US" dirty="0">
                <a:solidFill>
                  <a:srgbClr val="FFFFFF"/>
                </a:solidFill>
                <a:latin typeface="+mn-lt"/>
              </a:rPr>
              <a:t>is a result of this combination.</a:t>
            </a:r>
          </a:p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  <a:latin typeface="+mn-lt"/>
            </a:endParaRPr>
          </a:p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+mn-lt"/>
              </a:rPr>
              <a:t>At KUKA, added value is created by combining different areas of expertise. Today, these could be software, hardware and mechanics – but they could </a:t>
            </a:r>
            <a:br>
              <a:rPr lang="en-US" dirty="0">
                <a:solidFill>
                  <a:srgbClr val="FFFFFF"/>
                </a:solidFill>
                <a:latin typeface="+mn-lt"/>
              </a:rPr>
            </a:br>
            <a:r>
              <a:rPr lang="en-US" dirty="0">
                <a:solidFill>
                  <a:srgbClr val="FFFFFF"/>
                </a:solidFill>
                <a:latin typeface="+mn-lt"/>
              </a:rPr>
              <a:t>well also be synergies created by combining components, cells and facilities. Tomorrow’s added value will also result from an interaction between customers, system partners and producers.</a:t>
            </a:r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140798C6-FD53-9DBB-2B8B-CACDB320B1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7056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v-SE" sz="1000">
                <a:solidFill>
                  <a:srgbClr val="676C7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hf hdr="0"/>
  <p:txStyles>
    <p:titleStyle>
      <a:lvl1pPr algn="l" defTabSz="455613" rtl="0" fontAlgn="base">
        <a:spcBef>
          <a:spcPct val="0"/>
        </a:spcBef>
        <a:spcAft>
          <a:spcPct val="0"/>
        </a:spcAft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2pPr>
      <a:lvl3pPr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3pPr>
      <a:lvl4pPr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4pPr>
      <a:lvl5pPr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5pPr>
      <a:lvl6pPr marL="457200"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6pPr>
      <a:lvl7pPr marL="914400"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7pPr>
      <a:lvl8pPr marL="1371600"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8pPr>
      <a:lvl9pPr marL="1828800" algn="l" defTabSz="455613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panose="020F0502020204030204" pitchFamily="34" charset="0"/>
        </a:defRPr>
      </a:lvl9pPr>
    </p:titleStyle>
    <p:bodyStyle>
      <a:lvl1pPr marL="341313" indent="-341313" algn="l" defTabSz="45561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71" indent="-228579" algn="l" defTabSz="45715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9" indent="-228579" algn="l" defTabSz="45715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87" indent="-228579" algn="l" defTabSz="45715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45" indent="-228579" algn="l" defTabSz="45715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8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6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4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3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2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0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8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66" algn="l" defTabSz="4571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kt 1" hidden="1">
            <a:extLst>
              <a:ext uri="{FF2B5EF4-FFF2-40B4-BE49-F238E27FC236}">
                <a16:creationId xmlns:a16="http://schemas.microsoft.com/office/drawing/2014/main" id="{A3C64A8D-CB30-0399-97C4-DE7109AA18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270" imgH="270" progId="TCLayout.ActiveDocument.1">
                  <p:embed/>
                </p:oleObj>
              </mc:Choice>
              <mc:Fallback>
                <p:oleObj name="think-cell Slide" r:id="rId32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EF886-8352-0B03-BD16-C2FDC494E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8288" y="6540500"/>
            <a:ext cx="3860800" cy="10795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700">
                <a:solidFill>
                  <a:schemeClr val="bg1"/>
                </a:solidFill>
                <a:cs typeface="Calibri Light" panose="020F0302020204030204" pitchFamily="34" charset="0"/>
              </a:defRPr>
            </a:lvl1pPr>
          </a:lstStyle>
          <a:p>
            <a:r>
              <a:rPr lang="de-DE" altLang="sv-SE"/>
              <a:t>Seite: </a:t>
            </a:r>
            <a:fld id="{0C74F0D2-819B-4191-8A9B-463A127CB162}" type="slidenum">
              <a:rPr lang="en-GB" altLang="sv-SE"/>
              <a:pPr/>
              <a:t>‹#›</a:t>
            </a:fld>
            <a:endParaRPr lang="en-GB" altLang="sv-SE"/>
          </a:p>
        </p:txBody>
      </p:sp>
      <p:grpSp>
        <p:nvGrpSpPr>
          <p:cNvPr id="3076" name="Gruppieren 10">
            <a:extLst>
              <a:ext uri="{FF2B5EF4-FFF2-40B4-BE49-F238E27FC236}">
                <a16:creationId xmlns:a16="http://schemas.microsoft.com/office/drawing/2014/main" id="{B9955F83-31D2-B362-DFCB-ADA852CD7080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 bwMode="auto">
          <a:xfrm>
            <a:off x="-150813" y="-96838"/>
            <a:ext cx="12476163" cy="7067551"/>
            <a:chOff x="-151035" y="-97287"/>
            <a:chExt cx="12476539" cy="7067433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82C5DE0B-4C49-E5CC-6BC1-0151B5B9DBC5}"/>
                </a:ext>
              </a:extLst>
            </p:cNvPr>
            <p:cNvCxnSpPr/>
            <p:nvPr userDrawn="1"/>
          </p:nvCxnSpPr>
          <p:spPr>
            <a:xfrm>
              <a:off x="-151035" y="3430080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1B3026F-4E31-EAAD-9176-478E4FC8C86B}"/>
                </a:ext>
              </a:extLst>
            </p:cNvPr>
            <p:cNvCxnSpPr/>
            <p:nvPr userDrawn="1"/>
          </p:nvCxnSpPr>
          <p:spPr>
            <a:xfrm>
              <a:off x="-151035" y="6308169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6876DB80-90B9-BBE7-6397-C4A3FC72A46E}"/>
                </a:ext>
              </a:extLst>
            </p:cNvPr>
            <p:cNvCxnSpPr/>
            <p:nvPr userDrawn="1"/>
          </p:nvCxnSpPr>
          <p:spPr>
            <a:xfrm>
              <a:off x="-151035" y="6524065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06457D7-5BC3-9CE2-3F87-4C6258AAD0C8}"/>
                </a:ext>
              </a:extLst>
            </p:cNvPr>
            <p:cNvCxnSpPr/>
            <p:nvPr userDrawn="1"/>
          </p:nvCxnSpPr>
          <p:spPr>
            <a:xfrm>
              <a:off x="-151035" y="6670113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7A55A398-659D-FA57-F1B4-61D5CC941A7D}"/>
                </a:ext>
              </a:extLst>
            </p:cNvPr>
            <p:cNvCxnSpPr/>
            <p:nvPr userDrawn="1"/>
          </p:nvCxnSpPr>
          <p:spPr>
            <a:xfrm>
              <a:off x="-151035" y="98060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29646381-FD91-0977-71E6-20E15982A9C4}"/>
                </a:ext>
              </a:extLst>
            </p:cNvPr>
            <p:cNvCxnSpPr/>
            <p:nvPr userDrawn="1"/>
          </p:nvCxnSpPr>
          <p:spPr>
            <a:xfrm>
              <a:off x="-151035" y="187911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60B7089D-9B43-0B41-775F-23E6301EFBB8}"/>
                </a:ext>
              </a:extLst>
            </p:cNvPr>
            <p:cNvCxnSpPr/>
            <p:nvPr userDrawn="1"/>
          </p:nvCxnSpPr>
          <p:spPr>
            <a:xfrm>
              <a:off x="12230251" y="3430080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774E4C15-EB7A-5B78-7AC7-0FDEC7EA55E2}"/>
                </a:ext>
              </a:extLst>
            </p:cNvPr>
            <p:cNvCxnSpPr/>
            <p:nvPr userDrawn="1"/>
          </p:nvCxnSpPr>
          <p:spPr>
            <a:xfrm>
              <a:off x="12230251" y="6308169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668E8049-96E3-0CE3-B51A-7CB6F1BCB7FA}"/>
                </a:ext>
              </a:extLst>
            </p:cNvPr>
            <p:cNvCxnSpPr/>
            <p:nvPr userDrawn="1"/>
          </p:nvCxnSpPr>
          <p:spPr>
            <a:xfrm>
              <a:off x="12230251" y="6524065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FFFFCAB9-8791-0327-264E-9D32C9A30CE9}"/>
                </a:ext>
              </a:extLst>
            </p:cNvPr>
            <p:cNvCxnSpPr/>
            <p:nvPr userDrawn="1"/>
          </p:nvCxnSpPr>
          <p:spPr>
            <a:xfrm>
              <a:off x="12230251" y="6670113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DBABEE0D-796E-CB42-8D0F-4499EADC6A73}"/>
                </a:ext>
              </a:extLst>
            </p:cNvPr>
            <p:cNvCxnSpPr/>
            <p:nvPr userDrawn="1"/>
          </p:nvCxnSpPr>
          <p:spPr>
            <a:xfrm>
              <a:off x="12230251" y="98060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97970066-60C9-9332-6792-FEC6B21C412D}"/>
                </a:ext>
              </a:extLst>
            </p:cNvPr>
            <p:cNvCxnSpPr/>
            <p:nvPr userDrawn="1"/>
          </p:nvCxnSpPr>
          <p:spPr>
            <a:xfrm>
              <a:off x="12230251" y="187911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95" name="Gruppieren 95">
              <a:extLst>
                <a:ext uri="{FF2B5EF4-FFF2-40B4-BE49-F238E27FC236}">
                  <a16:creationId xmlns:a16="http://schemas.microsoft.com/office/drawing/2014/main" id="{7CC1DC7F-D971-E86E-55E8-F2F9618E1E24}"/>
                </a:ext>
              </a:extLst>
            </p:cNvPr>
            <p:cNvGrpSpPr>
              <a:grpSpLocks/>
            </p:cNvGrpSpPr>
            <p:nvPr userDrawn="1">
              <p:custDataLst>
                <p:tags r:id="rId30"/>
              </p:custDataLst>
            </p:nvPr>
          </p:nvGrpSpPr>
          <p:grpSpPr bwMode="auto">
            <a:xfrm>
              <a:off x="450000" y="-97287"/>
              <a:ext cx="11299088" cy="72000"/>
              <a:chOff x="450000" y="-97287"/>
              <a:chExt cx="11299088" cy="72000"/>
            </a:xfrm>
          </p:grpSpPr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6ED15F88-090A-92C4-5381-36470169DABC}"/>
                  </a:ext>
                </a:extLst>
              </p:cNvPr>
              <p:cNvCxnSpPr/>
              <p:nvPr userDrawn="1"/>
            </p:nvCxnSpPr>
            <p:spPr>
              <a:xfrm rot="5400000">
                <a:off x="41492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2ADC9F4E-96C4-A4B4-4332-42B77D9F710E}"/>
                  </a:ext>
                </a:extLst>
              </p:cNvPr>
              <p:cNvCxnSpPr/>
              <p:nvPr userDrawn="1"/>
            </p:nvCxnSpPr>
            <p:spPr>
              <a:xfrm rot="5400000">
                <a:off x="606024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12142FD9-30A8-3A33-9059-A629E63627D5}"/>
                  </a:ext>
                </a:extLst>
              </p:cNvPr>
              <p:cNvCxnSpPr/>
              <p:nvPr userDrawn="1"/>
            </p:nvCxnSpPr>
            <p:spPr>
              <a:xfrm rot="5400000">
                <a:off x="10572059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8AB9738E-C346-8FAF-9BE9-8FAAD4CDBDEA}"/>
                  </a:ext>
                </a:extLst>
              </p:cNvPr>
              <p:cNvCxnSpPr/>
              <p:nvPr userDrawn="1"/>
            </p:nvCxnSpPr>
            <p:spPr>
              <a:xfrm rot="5400000">
                <a:off x="396944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CD9EFD04-A7A6-DC0B-0191-31E5636FC22C}"/>
                  </a:ext>
                </a:extLst>
              </p:cNvPr>
              <p:cNvCxnSpPr/>
              <p:nvPr userDrawn="1"/>
            </p:nvCxnSpPr>
            <p:spPr>
              <a:xfrm rot="5400000">
                <a:off x="428695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82BC97D6-653A-E595-A096-E827BE002431}"/>
                  </a:ext>
                </a:extLst>
              </p:cNvPr>
              <p:cNvCxnSpPr/>
              <p:nvPr userDrawn="1"/>
            </p:nvCxnSpPr>
            <p:spPr>
              <a:xfrm rot="5400000">
                <a:off x="784147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CFDE479F-3653-92E0-2B0B-0B285CC51577}"/>
                  </a:ext>
                </a:extLst>
              </p:cNvPr>
              <p:cNvCxnSpPr/>
              <p:nvPr userDrawn="1"/>
            </p:nvCxnSpPr>
            <p:spPr>
              <a:xfrm rot="5400000">
                <a:off x="8158986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FDCD0743-EBB3-E7E7-2B4F-B1C162662811}"/>
                  </a:ext>
                </a:extLst>
              </p:cNvPr>
              <p:cNvCxnSpPr/>
              <p:nvPr userDrawn="1"/>
            </p:nvCxnSpPr>
            <p:spPr>
              <a:xfrm rot="5400000">
                <a:off x="1171350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96" name="Gruppieren 96">
              <a:extLst>
                <a:ext uri="{FF2B5EF4-FFF2-40B4-BE49-F238E27FC236}">
                  <a16:creationId xmlns:a16="http://schemas.microsoft.com/office/drawing/2014/main" id="{6F8D5C8A-9F1E-6348-26E3-747CBA16B6E5}"/>
                </a:ext>
              </a:extLst>
            </p:cNvPr>
            <p:cNvGrpSpPr>
              <a:grpSpLocks/>
            </p:cNvGrpSpPr>
            <p:nvPr userDrawn="1">
              <p:custDataLst>
                <p:tags r:id="rId31"/>
              </p:custDataLst>
            </p:nvPr>
          </p:nvGrpSpPr>
          <p:grpSpPr bwMode="auto">
            <a:xfrm>
              <a:off x="450000" y="6898146"/>
              <a:ext cx="11299088" cy="72000"/>
              <a:chOff x="450000" y="-97287"/>
              <a:chExt cx="11299088" cy="72000"/>
            </a:xfrm>
          </p:grpSpPr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72D9F85D-23D1-C202-B195-083643CF8CED}"/>
                  </a:ext>
                </a:extLst>
              </p:cNvPr>
              <p:cNvCxnSpPr/>
              <p:nvPr userDrawn="1"/>
            </p:nvCxnSpPr>
            <p:spPr>
              <a:xfrm rot="5400000">
                <a:off x="41492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CB5018C4-60E4-DECF-E3EA-AFE32055B44B}"/>
                  </a:ext>
                </a:extLst>
              </p:cNvPr>
              <p:cNvCxnSpPr/>
              <p:nvPr userDrawn="1"/>
            </p:nvCxnSpPr>
            <p:spPr>
              <a:xfrm rot="5400000">
                <a:off x="606024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2406E58C-FC0D-6B82-869D-BE1D7E32FCBB}"/>
                  </a:ext>
                </a:extLst>
              </p:cNvPr>
              <p:cNvCxnSpPr/>
              <p:nvPr userDrawn="1"/>
            </p:nvCxnSpPr>
            <p:spPr>
              <a:xfrm rot="5400000">
                <a:off x="10572059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C758E99A-E5A2-58F2-85E5-2883F0F2BCA6}"/>
                  </a:ext>
                </a:extLst>
              </p:cNvPr>
              <p:cNvCxnSpPr/>
              <p:nvPr userDrawn="1"/>
            </p:nvCxnSpPr>
            <p:spPr>
              <a:xfrm rot="5400000">
                <a:off x="396944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660B9426-DF82-2A6D-8FD7-5CA207C23C4E}"/>
                  </a:ext>
                </a:extLst>
              </p:cNvPr>
              <p:cNvCxnSpPr/>
              <p:nvPr userDrawn="1"/>
            </p:nvCxnSpPr>
            <p:spPr>
              <a:xfrm rot="5400000">
                <a:off x="428695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6B823B11-3096-61DF-7A69-24FC80954E29}"/>
                  </a:ext>
                </a:extLst>
              </p:cNvPr>
              <p:cNvCxnSpPr/>
              <p:nvPr userDrawn="1"/>
            </p:nvCxnSpPr>
            <p:spPr>
              <a:xfrm rot="5400000">
                <a:off x="784147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54B8B28C-FE22-43EB-CEA6-C44183DAAA0C}"/>
                  </a:ext>
                </a:extLst>
              </p:cNvPr>
              <p:cNvCxnSpPr/>
              <p:nvPr userDrawn="1"/>
            </p:nvCxnSpPr>
            <p:spPr>
              <a:xfrm rot="5400000">
                <a:off x="8158986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5A1B1C15-F593-1C32-0FCE-F0BBE957F673}"/>
                  </a:ext>
                </a:extLst>
              </p:cNvPr>
              <p:cNvCxnSpPr/>
              <p:nvPr userDrawn="1"/>
            </p:nvCxnSpPr>
            <p:spPr>
              <a:xfrm rot="5400000">
                <a:off x="1171350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77" name="Titelplatzhalter 12">
            <a:extLst>
              <a:ext uri="{FF2B5EF4-FFF2-40B4-BE49-F238E27FC236}">
                <a16:creationId xmlns:a16="http://schemas.microsoft.com/office/drawing/2014/main" id="{07E2B93D-4D2A-9AD1-C402-55F4494A9E45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449263" y="981075"/>
            <a:ext cx="101600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sv-SE"/>
              <a:t>Add title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F066564-5326-1CCA-7F34-D4D596C12221}"/>
              </a:ext>
            </a:extLst>
          </p:cNvPr>
          <p:cNvSpPr txBox="1">
            <a:spLocks/>
          </p:cNvSpPr>
          <p:nvPr userDrawn="1"/>
        </p:nvSpPr>
        <p:spPr>
          <a:xfrm>
            <a:off x="7888288" y="6540500"/>
            <a:ext cx="3860800" cy="10795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de-DE" altLang="sv-SE" sz="700">
                <a:solidFill>
                  <a:srgbClr val="737B82"/>
                </a:solidFill>
                <a:cs typeface="Calibri Light" panose="020F0302020204030204" pitchFamily="34" charset="0"/>
              </a:rPr>
              <a:t>Page: </a:t>
            </a:r>
            <a:fld id="{36CA3AF7-B50C-4E23-9E69-59A172CE2DEB}" type="slidenum">
              <a:rPr lang="de-DE" altLang="sv-SE" sz="700">
                <a:solidFill>
                  <a:srgbClr val="737B82"/>
                </a:solidFill>
                <a:cs typeface="Calibri Light" panose="020F0302020204030204" pitchFamily="34" charset="0"/>
              </a:rPr>
              <a:pPr algn="r" eaLnBrk="1" hangingPunct="1"/>
              <a:t>‹#›</a:t>
            </a:fld>
            <a:r>
              <a:rPr lang="de-DE" altLang="sv-SE" sz="700">
                <a:solidFill>
                  <a:srgbClr val="737B82"/>
                </a:solidFill>
                <a:cs typeface="Calibri Light" panose="020F0302020204030204" pitchFamily="34" charset="0"/>
              </a:rPr>
              <a:t> </a:t>
            </a:r>
          </a:p>
        </p:txBody>
      </p:sp>
      <p:grpSp>
        <p:nvGrpSpPr>
          <p:cNvPr id="45" name="Gruppieren 7">
            <a:extLst>
              <a:ext uri="{FF2B5EF4-FFF2-40B4-BE49-F238E27FC236}">
                <a16:creationId xmlns:a16="http://schemas.microsoft.com/office/drawing/2014/main" id="{37A9B23F-BE33-C474-42D9-24C5A8E37362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11311470" y="291414"/>
            <a:ext cx="441350" cy="475200"/>
            <a:chOff x="9297103" y="2991962"/>
            <a:chExt cx="2156150" cy="2321512"/>
          </a:xfrm>
          <a:solidFill>
            <a:srgbClr val="E3E5E6"/>
          </a:solidFill>
        </p:grpSpPr>
        <p:sp>
          <p:nvSpPr>
            <p:cNvPr id="46" name="Freihandform 45">
              <a:extLst>
                <a:ext uri="{FF2B5EF4-FFF2-40B4-BE49-F238E27FC236}">
                  <a16:creationId xmlns:a16="http://schemas.microsoft.com/office/drawing/2014/main" id="{29695834-A8B0-2F4F-6282-B6B45A9C0B82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48" name="Freihandform 47">
              <a:extLst>
                <a:ext uri="{FF2B5EF4-FFF2-40B4-BE49-F238E27FC236}">
                  <a16:creationId xmlns:a16="http://schemas.microsoft.com/office/drawing/2014/main" id="{DF83F6C5-7989-1BFC-25EB-CE8D2997B4DC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49" name="Freihandform 48">
              <a:extLst>
                <a:ext uri="{FF2B5EF4-FFF2-40B4-BE49-F238E27FC236}">
                  <a16:creationId xmlns:a16="http://schemas.microsoft.com/office/drawing/2014/main" id="{AF41E7A5-3E6F-82B5-8C0C-497824B25EFA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 cap="flat" cmpd="sng" algn="ctr">
              <a:noFill/>
              <a:prstDash val="solid"/>
            </a:ln>
            <a:effectLst/>
          </p:spPr>
          <p:txBody>
            <a:bodyPr lIns="72000" tIns="36000" rIns="72000" bIns="36000"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 err="1">
                <a:solidFill>
                  <a:prstClr val="white"/>
                </a:solidFill>
                <a:latin typeface="Calibri Light"/>
              </a:endParaRPr>
            </a:p>
          </p:txBody>
        </p:sp>
      </p:grp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C15F79F-187D-7CA8-E17C-50F7263F9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263" y="1879600"/>
            <a:ext cx="10160000" cy="4429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endParaRPr lang="de-DE" dirty="0"/>
          </a:p>
          <a:p>
            <a:pPr lvl="2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pic>
        <p:nvPicPr>
          <p:cNvPr id="3081" name="Grafik 2">
            <a:extLst>
              <a:ext uri="{FF2B5EF4-FFF2-40B4-BE49-F238E27FC236}">
                <a16:creationId xmlns:a16="http://schemas.microsoft.com/office/drawing/2014/main" id="{4BAFC928-F71F-874F-4341-B070658568CD}"/>
              </a:ext>
            </a:extLst>
          </p:cNvPr>
          <p:cNvPicPr>
            <a:picLocks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363538"/>
            <a:ext cx="16970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Rechteck 5">
            <a:extLst>
              <a:ext uri="{FF2B5EF4-FFF2-40B4-BE49-F238E27FC236}">
                <a16:creationId xmlns:a16="http://schemas.microsoft.com/office/drawing/2014/main" id="{D9CB7AFB-2D24-760B-B190-F066958E5B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263" y="6540500"/>
            <a:ext cx="25241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 sz="700">
                <a:cs typeface="Calibri Light" panose="020F0302020204030204" pitchFamily="34" charset="0"/>
              </a:rPr>
              <a:t>Insert presentation title | Insert name | Insert date | www.kuka.com</a:t>
            </a:r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C9EDC7BA-6CF6-8C1C-6E17-CA24BE016D3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7056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v-SE" sz="1000">
                <a:solidFill>
                  <a:srgbClr val="676C7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797" r:id="rId24"/>
    <p:sldLayoutId id="2147483798" r:id="rId25"/>
  </p:sldLayoutIdLst>
  <p:hf hdr="0"/>
  <p:txStyles>
    <p:titleStyle>
      <a:lvl1pPr algn="l" defTabSz="457200" rtl="0" fontAlgn="base">
        <a:spcBef>
          <a:spcPct val="0"/>
        </a:spcBef>
        <a:spcAft>
          <a:spcPct val="0"/>
        </a:spcAft>
        <a:defRPr sz="2400" kern="1200">
          <a:solidFill>
            <a:srgbClr val="737B82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9pPr>
    </p:titleStyle>
    <p:bodyStyle>
      <a:lvl1pPr marL="180975" indent="-180975" algn="l" defTabSz="457200" rtl="0" fontAlgn="base">
        <a:spcBef>
          <a:spcPts val="600"/>
        </a:spcBef>
        <a:spcAft>
          <a:spcPct val="0"/>
        </a:spcAft>
        <a:buClr>
          <a:srgbClr val="737B82"/>
        </a:buClr>
        <a:buFont typeface="Arial" panose="020B0604020202020204" pitchFamily="34" charset="0"/>
        <a:buChar char="•"/>
        <a:defRPr kern="1200">
          <a:solidFill>
            <a:srgbClr val="737B82"/>
          </a:solidFill>
          <a:latin typeface="+mn-lt"/>
          <a:ea typeface="+mn-ea"/>
          <a:cs typeface="+mn-cs"/>
        </a:defRPr>
      </a:lvl1pPr>
      <a:lvl2pPr marL="180975" indent="-180975" algn="l" defTabSz="457200" rtl="0" fontAlgn="base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737B82"/>
          </a:solidFill>
          <a:latin typeface="+mn-lt"/>
          <a:ea typeface="+mn-ea"/>
          <a:cs typeface="+mn-cs"/>
        </a:defRPr>
      </a:lvl2pPr>
      <a:lvl3pPr marL="361950" indent="-180975" algn="l" defTabSz="457200" rtl="0" fontAlgn="base">
        <a:spcBef>
          <a:spcPts val="600"/>
        </a:spcBef>
        <a:spcAft>
          <a:spcPct val="0"/>
        </a:spcAft>
        <a:buFont typeface="Symbol" panose="05050102010706020507" pitchFamily="18" charset="2"/>
        <a:buChar char="-"/>
        <a:defRPr kern="1200">
          <a:solidFill>
            <a:srgbClr val="737B82"/>
          </a:solidFill>
          <a:latin typeface="+mn-lt"/>
          <a:ea typeface="+mn-ea"/>
          <a:cs typeface="+mn-cs"/>
        </a:defRPr>
      </a:lvl3pPr>
      <a:lvl4pPr marL="539750" indent="-182563" algn="l" defTabSz="457200" rtl="0" fontAlgn="base">
        <a:spcBef>
          <a:spcPts val="600"/>
        </a:spcBef>
        <a:spcAft>
          <a:spcPct val="0"/>
        </a:spcAft>
        <a:buFont typeface="Symbol" panose="05050102010706020507" pitchFamily="18" charset="2"/>
        <a:buChar char="-"/>
        <a:defRPr kern="1200">
          <a:solidFill>
            <a:srgbClr val="737B82"/>
          </a:solidFill>
          <a:latin typeface="+mn-lt"/>
          <a:ea typeface="+mn-ea"/>
          <a:cs typeface="+mn-cs"/>
        </a:defRPr>
      </a:lvl4pPr>
      <a:lvl5pPr marL="714375" indent="-174625" algn="l" defTabSz="457200" rtl="0" fontAlgn="base">
        <a:spcBef>
          <a:spcPts val="600"/>
        </a:spcBef>
        <a:spcAft>
          <a:spcPct val="0"/>
        </a:spcAft>
        <a:buFont typeface="Symbol" panose="05050102010706020507" pitchFamily="18" charset="2"/>
        <a:buChar char="-"/>
        <a:defRPr kern="1200">
          <a:solidFill>
            <a:srgbClr val="737B82"/>
          </a:solidFill>
          <a:latin typeface="+mn-lt"/>
          <a:ea typeface="+mn-ea"/>
          <a:cs typeface="+mn-cs"/>
        </a:defRPr>
      </a:lvl5pPr>
      <a:lvl6pPr marL="895350" indent="-180975" algn="l" defTabSz="457200" rtl="0" eaLnBrk="1" latinLnBrk="0" hangingPunct="1">
        <a:spcBef>
          <a:spcPts val="6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kt 1" hidden="1">
            <a:extLst>
              <a:ext uri="{FF2B5EF4-FFF2-40B4-BE49-F238E27FC236}">
                <a16:creationId xmlns:a16="http://schemas.microsoft.com/office/drawing/2014/main" id="{CFF04BBE-2B9C-28B8-CA21-97C96B9DEF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DD3A5D-5D93-915A-FB2A-D562D9471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8288" y="6540500"/>
            <a:ext cx="3860800" cy="10795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700">
                <a:solidFill>
                  <a:schemeClr val="bg1"/>
                </a:solidFill>
                <a:cs typeface="Calibri Light" panose="020F0302020204030204" pitchFamily="34" charset="0"/>
              </a:defRPr>
            </a:lvl1pPr>
          </a:lstStyle>
          <a:p>
            <a:r>
              <a:rPr lang="de-DE" altLang="sv-SE"/>
              <a:t>Seite: </a:t>
            </a:r>
            <a:fld id="{959C0597-0D0E-4AE9-8CFC-498FFFF96407}" type="slidenum">
              <a:rPr lang="en-GB" altLang="sv-SE"/>
              <a:pPr/>
              <a:t>‹#›</a:t>
            </a:fld>
            <a:endParaRPr lang="en-GB" altLang="sv-SE"/>
          </a:p>
        </p:txBody>
      </p:sp>
      <p:grpSp>
        <p:nvGrpSpPr>
          <p:cNvPr id="4100" name="Gruppieren 10">
            <a:extLst>
              <a:ext uri="{FF2B5EF4-FFF2-40B4-BE49-F238E27FC236}">
                <a16:creationId xmlns:a16="http://schemas.microsoft.com/office/drawing/2014/main" id="{7A03AF72-37E2-3886-1A47-8FEA5D32F77B}"/>
              </a:ext>
            </a:extLst>
          </p:cNvPr>
          <p:cNvGrpSpPr>
            <a:grpSpLocks/>
          </p:cNvGrpSpPr>
          <p:nvPr userDrawn="1">
            <p:custDataLst>
              <p:tags r:id="rId9"/>
            </p:custDataLst>
          </p:nvPr>
        </p:nvGrpSpPr>
        <p:grpSpPr bwMode="auto">
          <a:xfrm>
            <a:off x="-150813" y="-96838"/>
            <a:ext cx="12476163" cy="7067551"/>
            <a:chOff x="-151035" y="-97287"/>
            <a:chExt cx="12476539" cy="7067433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72BFE453-A04A-DA20-F476-B8AA5F87D70A}"/>
                </a:ext>
              </a:extLst>
            </p:cNvPr>
            <p:cNvCxnSpPr/>
            <p:nvPr userDrawn="1"/>
          </p:nvCxnSpPr>
          <p:spPr>
            <a:xfrm>
              <a:off x="-151035" y="3430080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ED0C4DE6-99A0-81AF-FA65-10849FDDA36C}"/>
                </a:ext>
              </a:extLst>
            </p:cNvPr>
            <p:cNvCxnSpPr/>
            <p:nvPr userDrawn="1"/>
          </p:nvCxnSpPr>
          <p:spPr>
            <a:xfrm>
              <a:off x="-151035" y="6308169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828D81B0-259B-A869-ABCB-5C66002E835B}"/>
                </a:ext>
              </a:extLst>
            </p:cNvPr>
            <p:cNvCxnSpPr/>
            <p:nvPr userDrawn="1"/>
          </p:nvCxnSpPr>
          <p:spPr>
            <a:xfrm>
              <a:off x="-151035" y="6524065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7B1D8AA7-9EE5-B284-10F8-80AEC36BC9DF}"/>
                </a:ext>
              </a:extLst>
            </p:cNvPr>
            <p:cNvCxnSpPr/>
            <p:nvPr userDrawn="1"/>
          </p:nvCxnSpPr>
          <p:spPr>
            <a:xfrm>
              <a:off x="-151035" y="6670113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D173DC0E-B89A-D6FC-9DF3-D5615844789B}"/>
                </a:ext>
              </a:extLst>
            </p:cNvPr>
            <p:cNvCxnSpPr/>
            <p:nvPr userDrawn="1"/>
          </p:nvCxnSpPr>
          <p:spPr>
            <a:xfrm>
              <a:off x="-151035" y="98060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2CB05E8E-EC44-2A86-990E-B604A0578AF4}"/>
                </a:ext>
              </a:extLst>
            </p:cNvPr>
            <p:cNvCxnSpPr/>
            <p:nvPr userDrawn="1"/>
          </p:nvCxnSpPr>
          <p:spPr>
            <a:xfrm>
              <a:off x="-151035" y="187911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72E5E3BA-5A7A-235A-02F7-236DE29D3E54}"/>
                </a:ext>
              </a:extLst>
            </p:cNvPr>
            <p:cNvCxnSpPr/>
            <p:nvPr userDrawn="1"/>
          </p:nvCxnSpPr>
          <p:spPr>
            <a:xfrm>
              <a:off x="12230251" y="3430080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FBCAC253-72B8-06FE-6E75-AD9F471A59C4}"/>
                </a:ext>
              </a:extLst>
            </p:cNvPr>
            <p:cNvCxnSpPr/>
            <p:nvPr userDrawn="1"/>
          </p:nvCxnSpPr>
          <p:spPr>
            <a:xfrm>
              <a:off x="12230251" y="6308169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0812D287-14CA-385E-9003-0310E1B4A997}"/>
                </a:ext>
              </a:extLst>
            </p:cNvPr>
            <p:cNvCxnSpPr/>
            <p:nvPr userDrawn="1"/>
          </p:nvCxnSpPr>
          <p:spPr>
            <a:xfrm>
              <a:off x="12230251" y="6524065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2253B29F-0172-1ACA-BB20-56F3B9D1606D}"/>
                </a:ext>
              </a:extLst>
            </p:cNvPr>
            <p:cNvCxnSpPr/>
            <p:nvPr userDrawn="1"/>
          </p:nvCxnSpPr>
          <p:spPr>
            <a:xfrm>
              <a:off x="12230251" y="6670113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7FA8AF3C-B0F5-3724-0E68-D364CCF48419}"/>
                </a:ext>
              </a:extLst>
            </p:cNvPr>
            <p:cNvCxnSpPr/>
            <p:nvPr userDrawn="1"/>
          </p:nvCxnSpPr>
          <p:spPr>
            <a:xfrm>
              <a:off x="12230251" y="98060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53209D17-E415-5063-44B4-BA6307510605}"/>
                </a:ext>
              </a:extLst>
            </p:cNvPr>
            <p:cNvCxnSpPr/>
            <p:nvPr userDrawn="1"/>
          </p:nvCxnSpPr>
          <p:spPr>
            <a:xfrm>
              <a:off x="12230251" y="1879118"/>
              <a:ext cx="95253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17" name="Gruppieren 95">
              <a:extLst>
                <a:ext uri="{FF2B5EF4-FFF2-40B4-BE49-F238E27FC236}">
                  <a16:creationId xmlns:a16="http://schemas.microsoft.com/office/drawing/2014/main" id="{896BE53D-66CA-0A03-A52B-96F245C84A52}"/>
                </a:ext>
              </a:extLst>
            </p:cNvPr>
            <p:cNvGrpSpPr>
              <a:grpSpLocks/>
            </p:cNvGrpSpPr>
            <p:nvPr userDrawn="1">
              <p:custDataLst>
                <p:tags r:id="rId10"/>
              </p:custDataLst>
            </p:nvPr>
          </p:nvGrpSpPr>
          <p:grpSpPr bwMode="auto">
            <a:xfrm>
              <a:off x="450000" y="-97287"/>
              <a:ext cx="11299088" cy="72000"/>
              <a:chOff x="450000" y="-97287"/>
              <a:chExt cx="11299088" cy="72000"/>
            </a:xfrm>
          </p:grpSpPr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7CAE395A-12C6-E2F6-EE6B-CC5CF4FB5299}"/>
                  </a:ext>
                </a:extLst>
              </p:cNvPr>
              <p:cNvCxnSpPr/>
              <p:nvPr userDrawn="1"/>
            </p:nvCxnSpPr>
            <p:spPr>
              <a:xfrm rot="5400000">
                <a:off x="41492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884E3A3D-1DE1-2A0A-4DAD-B615F8248CCE}"/>
                  </a:ext>
                </a:extLst>
              </p:cNvPr>
              <p:cNvCxnSpPr/>
              <p:nvPr userDrawn="1"/>
            </p:nvCxnSpPr>
            <p:spPr>
              <a:xfrm rot="5400000">
                <a:off x="606024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4D876ED5-2317-AB34-2764-FB7D0094086B}"/>
                  </a:ext>
                </a:extLst>
              </p:cNvPr>
              <p:cNvCxnSpPr/>
              <p:nvPr userDrawn="1"/>
            </p:nvCxnSpPr>
            <p:spPr>
              <a:xfrm rot="5400000">
                <a:off x="10572059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A4072364-3F91-0B63-2665-E20369B31E24}"/>
                  </a:ext>
                </a:extLst>
              </p:cNvPr>
              <p:cNvCxnSpPr/>
              <p:nvPr userDrawn="1"/>
            </p:nvCxnSpPr>
            <p:spPr>
              <a:xfrm rot="5400000">
                <a:off x="3969448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D14B6470-D359-EBD7-B3A5-0E54F1780455}"/>
                  </a:ext>
                </a:extLst>
              </p:cNvPr>
              <p:cNvCxnSpPr/>
              <p:nvPr userDrawn="1"/>
            </p:nvCxnSpPr>
            <p:spPr>
              <a:xfrm rot="5400000">
                <a:off x="428695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EC4C5C8D-C055-466E-4F72-D668FE5B11CD}"/>
                  </a:ext>
                </a:extLst>
              </p:cNvPr>
              <p:cNvCxnSpPr/>
              <p:nvPr userDrawn="1"/>
            </p:nvCxnSpPr>
            <p:spPr>
              <a:xfrm rot="5400000">
                <a:off x="784147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7E88BE5E-6E04-4CA7-7972-13A22922A8C4}"/>
                  </a:ext>
                </a:extLst>
              </p:cNvPr>
              <p:cNvCxnSpPr/>
              <p:nvPr userDrawn="1"/>
            </p:nvCxnSpPr>
            <p:spPr>
              <a:xfrm rot="5400000">
                <a:off x="8158986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FCBFF510-982F-9F0C-48E5-7714478AFF3F}"/>
                  </a:ext>
                </a:extLst>
              </p:cNvPr>
              <p:cNvCxnSpPr/>
              <p:nvPr userDrawn="1"/>
            </p:nvCxnSpPr>
            <p:spPr>
              <a:xfrm rot="5400000">
                <a:off x="11713507" y="-61568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18" name="Gruppieren 96">
              <a:extLst>
                <a:ext uri="{FF2B5EF4-FFF2-40B4-BE49-F238E27FC236}">
                  <a16:creationId xmlns:a16="http://schemas.microsoft.com/office/drawing/2014/main" id="{54D96923-FB31-02C9-C4A8-F414FC107302}"/>
                </a:ext>
              </a:extLst>
            </p:cNvPr>
            <p:cNvGrpSpPr>
              <a:grpSpLocks/>
            </p:cNvGrpSpPr>
            <p:nvPr userDrawn="1">
              <p:custDataLst>
                <p:tags r:id="rId11"/>
              </p:custDataLst>
            </p:nvPr>
          </p:nvGrpSpPr>
          <p:grpSpPr bwMode="auto">
            <a:xfrm>
              <a:off x="450000" y="6898146"/>
              <a:ext cx="11299088" cy="72000"/>
              <a:chOff x="450000" y="-97287"/>
              <a:chExt cx="11299088" cy="72000"/>
            </a:xfrm>
          </p:grpSpPr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4D2BF332-6247-8163-AC80-FF86AA52E7F9}"/>
                  </a:ext>
                </a:extLst>
              </p:cNvPr>
              <p:cNvCxnSpPr/>
              <p:nvPr userDrawn="1"/>
            </p:nvCxnSpPr>
            <p:spPr>
              <a:xfrm rot="5400000">
                <a:off x="41492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539E4F31-D089-7214-A850-052DE915C958}"/>
                  </a:ext>
                </a:extLst>
              </p:cNvPr>
              <p:cNvCxnSpPr/>
              <p:nvPr userDrawn="1"/>
            </p:nvCxnSpPr>
            <p:spPr>
              <a:xfrm rot="5400000">
                <a:off x="606024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96BCA36F-DB66-2BD2-6B8A-A6715D575B29}"/>
                  </a:ext>
                </a:extLst>
              </p:cNvPr>
              <p:cNvCxnSpPr/>
              <p:nvPr userDrawn="1"/>
            </p:nvCxnSpPr>
            <p:spPr>
              <a:xfrm rot="5400000">
                <a:off x="10572059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568E887C-0338-DAE3-E39D-E9B590A016BF}"/>
                  </a:ext>
                </a:extLst>
              </p:cNvPr>
              <p:cNvCxnSpPr/>
              <p:nvPr userDrawn="1"/>
            </p:nvCxnSpPr>
            <p:spPr>
              <a:xfrm rot="5400000">
                <a:off x="3969448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FB88D65D-BF40-4C2A-B589-1FEE7A8E71FE}"/>
                  </a:ext>
                </a:extLst>
              </p:cNvPr>
              <p:cNvCxnSpPr/>
              <p:nvPr userDrawn="1"/>
            </p:nvCxnSpPr>
            <p:spPr>
              <a:xfrm rot="5400000">
                <a:off x="428695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A323FF26-1304-A386-94F6-EC7D7AEDED91}"/>
                  </a:ext>
                </a:extLst>
              </p:cNvPr>
              <p:cNvCxnSpPr/>
              <p:nvPr userDrawn="1"/>
            </p:nvCxnSpPr>
            <p:spPr>
              <a:xfrm rot="5400000">
                <a:off x="784147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7C34FE72-7DAC-E1C1-9F77-0EA166319FC0}"/>
                  </a:ext>
                </a:extLst>
              </p:cNvPr>
              <p:cNvCxnSpPr/>
              <p:nvPr userDrawn="1"/>
            </p:nvCxnSpPr>
            <p:spPr>
              <a:xfrm rot="5400000">
                <a:off x="8158986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BF34DA1C-BF75-F0B5-162F-63EEEB9A1AFE}"/>
                  </a:ext>
                </a:extLst>
              </p:cNvPr>
              <p:cNvCxnSpPr/>
              <p:nvPr userDrawn="1"/>
            </p:nvCxnSpPr>
            <p:spPr>
              <a:xfrm rot="5400000">
                <a:off x="11713507" y="-61006"/>
                <a:ext cx="71437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01" name="Titelplatzhalter 12">
            <a:extLst>
              <a:ext uri="{FF2B5EF4-FFF2-40B4-BE49-F238E27FC236}">
                <a16:creationId xmlns:a16="http://schemas.microsoft.com/office/drawing/2014/main" id="{1369D77F-7034-D598-821D-A7403814247C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449263" y="981075"/>
            <a:ext cx="101600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sv-SE"/>
              <a:t>Add title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E4212947-1E8E-A3F1-1BF5-7E39FBDE6B15}"/>
              </a:ext>
            </a:extLst>
          </p:cNvPr>
          <p:cNvSpPr txBox="1">
            <a:spLocks/>
          </p:cNvSpPr>
          <p:nvPr userDrawn="1"/>
        </p:nvSpPr>
        <p:spPr>
          <a:xfrm>
            <a:off x="7888288" y="6540500"/>
            <a:ext cx="3860800" cy="10795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de-DE" altLang="sv-SE" sz="700">
                <a:solidFill>
                  <a:srgbClr val="737B82"/>
                </a:solidFill>
                <a:cs typeface="Calibri Light" panose="020F0302020204030204" pitchFamily="34" charset="0"/>
              </a:rPr>
              <a:t>Page: </a:t>
            </a:r>
            <a:fld id="{9C501CC3-1D56-49FF-A538-D3B206CB6E07}" type="slidenum">
              <a:rPr lang="de-DE" altLang="sv-SE" sz="700">
                <a:solidFill>
                  <a:srgbClr val="737B82"/>
                </a:solidFill>
                <a:cs typeface="Calibri Light" panose="020F0302020204030204" pitchFamily="34" charset="0"/>
              </a:rPr>
              <a:pPr algn="r" eaLnBrk="1" hangingPunct="1"/>
              <a:t>‹#›</a:t>
            </a:fld>
            <a:r>
              <a:rPr lang="de-DE" altLang="sv-SE" sz="700">
                <a:solidFill>
                  <a:srgbClr val="737B82"/>
                </a:solidFill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F20CB35F-3A85-B719-2445-E7A9CBD46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263" y="1879600"/>
            <a:ext cx="10160000" cy="4429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endParaRPr lang="de-DE" dirty="0"/>
          </a:p>
          <a:p>
            <a:pPr lvl="2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104" name="Rechteck 5">
            <a:extLst>
              <a:ext uri="{FF2B5EF4-FFF2-40B4-BE49-F238E27FC236}">
                <a16:creationId xmlns:a16="http://schemas.microsoft.com/office/drawing/2014/main" id="{E55D8C06-6385-740A-079A-9D08908E57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263" y="6540500"/>
            <a:ext cx="25241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sv-SE" sz="700">
                <a:cs typeface="Calibri Light" panose="020F0302020204030204" pitchFamily="34" charset="0"/>
              </a:rPr>
              <a:t>Insert presentation title | Insert name | Insert date | www.kuka.com</a:t>
            </a:r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04CA3ED1-127F-8A2F-52C1-CCAABC429D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7056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v-SE" sz="1000">
                <a:solidFill>
                  <a:srgbClr val="676C7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</p:sldLayoutIdLst>
  <p:hf hdr="0"/>
  <p:txStyles>
    <p:titleStyle>
      <a:lvl1pPr algn="l" defTabSz="457200" rtl="0" fontAlgn="base">
        <a:spcBef>
          <a:spcPct val="0"/>
        </a:spcBef>
        <a:spcAft>
          <a:spcPct val="0"/>
        </a:spcAft>
        <a:defRPr sz="2400" kern="1200">
          <a:solidFill>
            <a:srgbClr val="737B82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rgbClr val="737B82"/>
          </a:solidFill>
          <a:latin typeface="Calibri" panose="020F0502020204030204" pitchFamily="34" charset="0"/>
        </a:defRPr>
      </a:lvl9pPr>
    </p:titleStyle>
    <p:bodyStyle>
      <a:lvl1pPr marL="180975" indent="-180975" algn="l" defTabSz="457200" rtl="0" fontAlgn="base">
        <a:spcBef>
          <a:spcPts val="600"/>
        </a:spcBef>
        <a:spcAft>
          <a:spcPct val="0"/>
        </a:spcAft>
        <a:buClr>
          <a:srgbClr val="737B82"/>
        </a:buClr>
        <a:buFont typeface="Arial" panose="020B0604020202020204" pitchFamily="34" charset="0"/>
        <a:buChar char="•"/>
        <a:defRPr kern="1200">
          <a:solidFill>
            <a:srgbClr val="737B82"/>
          </a:solidFill>
          <a:latin typeface="+mn-lt"/>
          <a:ea typeface="+mn-ea"/>
          <a:cs typeface="+mn-cs"/>
        </a:defRPr>
      </a:lvl1pPr>
      <a:lvl2pPr marL="180975" indent="-180975" algn="l" defTabSz="457200" rtl="0" fontAlgn="base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737B82"/>
          </a:solidFill>
          <a:latin typeface="+mn-lt"/>
          <a:ea typeface="+mn-ea"/>
          <a:cs typeface="+mn-cs"/>
        </a:defRPr>
      </a:lvl2pPr>
      <a:lvl3pPr marL="361950" indent="-180975" algn="l" defTabSz="457200" rtl="0" fontAlgn="base">
        <a:spcBef>
          <a:spcPts val="600"/>
        </a:spcBef>
        <a:spcAft>
          <a:spcPct val="0"/>
        </a:spcAft>
        <a:buFont typeface="Symbol" panose="05050102010706020507" pitchFamily="18" charset="2"/>
        <a:buChar char="-"/>
        <a:defRPr kern="1200">
          <a:solidFill>
            <a:srgbClr val="737B82"/>
          </a:solidFill>
          <a:latin typeface="+mn-lt"/>
          <a:ea typeface="+mn-ea"/>
          <a:cs typeface="+mn-cs"/>
        </a:defRPr>
      </a:lvl3pPr>
      <a:lvl4pPr marL="539750" indent="-182563" algn="l" defTabSz="457200" rtl="0" fontAlgn="base">
        <a:spcBef>
          <a:spcPts val="600"/>
        </a:spcBef>
        <a:spcAft>
          <a:spcPct val="0"/>
        </a:spcAft>
        <a:buFont typeface="Symbol" panose="05050102010706020507" pitchFamily="18" charset="2"/>
        <a:buChar char="-"/>
        <a:defRPr kern="1200">
          <a:solidFill>
            <a:srgbClr val="737B82"/>
          </a:solidFill>
          <a:latin typeface="+mn-lt"/>
          <a:ea typeface="+mn-ea"/>
          <a:cs typeface="+mn-cs"/>
        </a:defRPr>
      </a:lvl4pPr>
      <a:lvl5pPr marL="714375" indent="-174625" algn="l" defTabSz="457200" rtl="0" fontAlgn="base">
        <a:spcBef>
          <a:spcPts val="600"/>
        </a:spcBef>
        <a:spcAft>
          <a:spcPct val="0"/>
        </a:spcAft>
        <a:buFont typeface="Symbol" panose="05050102010706020507" pitchFamily="18" charset="2"/>
        <a:buChar char="-"/>
        <a:defRPr kern="1200">
          <a:solidFill>
            <a:srgbClr val="737B82"/>
          </a:solidFill>
          <a:latin typeface="+mn-lt"/>
          <a:ea typeface="+mn-ea"/>
          <a:cs typeface="+mn-cs"/>
        </a:defRPr>
      </a:lvl5pPr>
      <a:lvl6pPr marL="895350" indent="-180975" algn="l" defTabSz="457200" rtl="0" eaLnBrk="1" latinLnBrk="0" hangingPunct="1">
        <a:spcBef>
          <a:spcPts val="6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jpe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9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4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5.png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oleObject" Target="../embeddings/oleObject38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kt 4" hidden="1">
            <a:extLst>
              <a:ext uri="{FF2B5EF4-FFF2-40B4-BE49-F238E27FC236}">
                <a16:creationId xmlns:a16="http://schemas.microsoft.com/office/drawing/2014/main" id="{0E56D132-690A-7D2A-123A-E41EB5DAEF4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51202" name="Objekt 4" hidden="1">
                        <a:extLst>
                          <a:ext uri="{FF2B5EF4-FFF2-40B4-BE49-F238E27FC236}">
                            <a16:creationId xmlns:a16="http://schemas.microsoft.com/office/drawing/2014/main" id="{0E56D132-690A-7D2A-123A-E41EB5DAEF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16E3BA4C-C6C4-6F2B-35C8-8E5B9DCB69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1204" name="Textplatzhalter 7">
            <a:extLst>
              <a:ext uri="{FF2B5EF4-FFF2-40B4-BE49-F238E27FC236}">
                <a16:creationId xmlns:a16="http://schemas.microsoft.com/office/drawing/2014/main" id="{55104D35-B2FD-4485-6306-068CC23ACE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auto">
          <a:xfrm>
            <a:off x="3858789" y="4400550"/>
            <a:ext cx="4286250" cy="923330"/>
          </a:xfrm>
        </p:spPr>
        <p:txBody>
          <a:bodyPr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sv-SE" dirty="0">
                <a:solidFill>
                  <a:schemeClr val="tx1"/>
                </a:solidFill>
              </a:rPr>
              <a:t>Brief introduction to industrial </a:t>
            </a:r>
            <a:r>
              <a:rPr lang="en-US" altLang="sv-SE" dirty="0" err="1">
                <a:solidFill>
                  <a:schemeClr val="tx1"/>
                </a:solidFill>
              </a:rPr>
              <a:t>robtics</a:t>
            </a:r>
            <a:endParaRPr lang="en-US" altLang="sv-SE" dirty="0">
              <a:solidFill>
                <a:schemeClr val="tx1"/>
              </a:solidFill>
            </a:endParaRPr>
          </a:p>
        </p:txBody>
      </p:sp>
      <p:sp>
        <p:nvSpPr>
          <p:cNvPr id="51205" name="BainBulletsConfiguration" hidden="1">
            <a:extLst>
              <a:ext uri="{FF2B5EF4-FFF2-40B4-BE49-F238E27FC236}">
                <a16:creationId xmlns:a16="http://schemas.microsoft.com/office/drawing/2014/main" id="{1516B84C-E0D7-51E1-DD0E-B44A08260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sv-SE" sz="100">
                <a:solidFill>
                  <a:srgbClr val="FFFFFF"/>
                </a:solidFill>
              </a:rPr>
              <a:t>17_84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C1B5B2C9-73B9-7A1E-A2E1-285EA84103C2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7464152" y="2991962"/>
            <a:ext cx="2156150" cy="2321512"/>
            <a:chOff x="9297103" y="2991962"/>
            <a:chExt cx="2156150" cy="2321512"/>
          </a:xfrm>
          <a:solidFill>
            <a:srgbClr val="FF5800">
              <a:alpha val="87843"/>
            </a:srgbClr>
          </a:solidFill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000BF548-BF9B-CF98-7256-954F3DAAB2E8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00014644-8A90-14A0-1A70-C07269BE6E50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05DCFE24-4285-F1F0-EA00-44C31C20E53B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</p:grpSp>
      <p:pic>
        <p:nvPicPr>
          <p:cNvPr id="2" name="Grafik 2" descr="Ein Bild, das Kunst enthält.&#10;&#10;Automatisch generierte Beschreibung">
            <a:extLst>
              <a:ext uri="{FF2B5EF4-FFF2-40B4-BE49-F238E27FC236}">
                <a16:creationId xmlns:a16="http://schemas.microsoft.com/office/drawing/2014/main" id="{DE6C360F-70C3-6B37-6527-900E3DBB1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0"/>
            <a:ext cx="12418547" cy="6871258"/>
          </a:xfrm>
          <a:prstGeom prst="rect">
            <a:avLst/>
          </a:prstGeom>
        </p:spPr>
      </p:pic>
      <p:pic>
        <p:nvPicPr>
          <p:cNvPr id="3" name="Grafik 4">
            <a:extLst>
              <a:ext uri="{FF2B5EF4-FFF2-40B4-BE49-F238E27FC236}">
                <a16:creationId xmlns:a16="http://schemas.microsoft.com/office/drawing/2014/main" id="{E43E44C3-EC80-C3E9-A19F-29C8AA7D6B10}"/>
              </a:ext>
            </a:extLst>
          </p:cNvPr>
          <p:cNvPicPr>
            <a:picLocks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587" y="997605"/>
            <a:ext cx="5148176" cy="881697"/>
          </a:xfrm>
          <a:prstGeom prst="rect">
            <a:avLst/>
          </a:prstGeom>
        </p:spPr>
      </p:pic>
      <p:sp>
        <p:nvSpPr>
          <p:cNvPr id="5" name="Textplatzhalter 7">
            <a:extLst>
              <a:ext uri="{FF2B5EF4-FFF2-40B4-BE49-F238E27FC236}">
                <a16:creationId xmlns:a16="http://schemas.microsoft.com/office/drawing/2014/main" id="{141E017F-FF0A-FB4B-B564-0D1A79584D4A}"/>
              </a:ext>
            </a:extLst>
          </p:cNvPr>
          <p:cNvSpPr txBox="1">
            <a:spLocks/>
          </p:cNvSpPr>
          <p:nvPr/>
        </p:nvSpPr>
        <p:spPr bwMode="auto">
          <a:xfrm>
            <a:off x="860626" y="2090246"/>
            <a:ext cx="4659680" cy="369332"/>
          </a:xfrm>
          <a:prstGeom prst="rect">
            <a:avLst/>
          </a:prstGeom>
          <a:noFill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fontAlgn="base">
              <a:spcBef>
                <a:spcPts val="0"/>
              </a:spcBef>
              <a:spcAft>
                <a:spcPct val="0"/>
              </a:spcAft>
              <a:buClr>
                <a:srgbClr val="737B82"/>
              </a:buClr>
              <a:buFont typeface="Arial" panose="020B0604020202020204" pitchFamily="34" charset="0"/>
              <a:buNone/>
              <a:defRPr lang="de-DE" sz="30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457200" rtl="0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rgbClr val="737B82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457200" rtl="0" fontAlgn="base">
              <a:spcBef>
                <a:spcPts val="6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kern="1200">
                <a:solidFill>
                  <a:srgbClr val="737B82"/>
                </a:solidFill>
                <a:latin typeface="+mn-lt"/>
                <a:ea typeface="+mn-ea"/>
                <a:cs typeface="+mn-cs"/>
              </a:defRPr>
            </a:lvl3pPr>
            <a:lvl4pPr marL="539750" indent="-182563" algn="l" defTabSz="457200" rtl="0" fontAlgn="base">
              <a:spcBef>
                <a:spcPts val="6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kern="1200">
                <a:solidFill>
                  <a:srgbClr val="737B82"/>
                </a:solidFill>
                <a:latin typeface="+mn-lt"/>
                <a:ea typeface="+mn-ea"/>
                <a:cs typeface="+mn-cs"/>
              </a:defRPr>
            </a:lvl4pPr>
            <a:lvl5pPr marL="714375" indent="-174625" algn="l" defTabSz="457200" rtl="0" fontAlgn="base">
              <a:spcBef>
                <a:spcPts val="6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kern="1200">
                <a:solidFill>
                  <a:srgbClr val="737B82"/>
                </a:solidFill>
                <a:latin typeface="+mn-lt"/>
                <a:ea typeface="+mn-ea"/>
                <a:cs typeface="+mn-cs"/>
              </a:defRPr>
            </a:lvl5pPr>
            <a:lvl6pPr marL="895350" indent="-180975" algn="l" defTabSz="457200" rtl="0" eaLnBrk="1" latinLnBrk="0" hangingPunct="1"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sv-SE" sz="2400" dirty="0">
                <a:solidFill>
                  <a:schemeClr val="tx1"/>
                </a:solidFill>
              </a:rPr>
              <a:t>Robotics and data driven technology</a:t>
            </a:r>
          </a:p>
        </p:txBody>
      </p:sp>
    </p:spTree>
    <p:extLst>
      <p:ext uri="{BB962C8B-B14F-4D97-AF65-F5344CB8AC3E}">
        <p14:creationId xmlns:p14="http://schemas.microsoft.com/office/powerpoint/2010/main" val="71302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196DA-27DD-CBD3-4940-954C9651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el 5">
            <a:extLst>
              <a:ext uri="{FF2B5EF4-FFF2-40B4-BE49-F238E27FC236}">
                <a16:creationId xmlns:a16="http://schemas.microsoft.com/office/drawing/2014/main" id="{9E0FE52B-F481-881B-21BA-4661C10D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r>
              <a:rPr lang="en-US" altLang="sv-SE" dirty="0"/>
              <a:t>AMR Fleet Standard API</a:t>
            </a:r>
          </a:p>
        </p:txBody>
      </p:sp>
      <p:sp>
        <p:nvSpPr>
          <p:cNvPr id="47107" name="Textplatzhalter 6">
            <a:extLst>
              <a:ext uri="{FF2B5EF4-FFF2-40B4-BE49-F238E27FC236}">
                <a16:creationId xmlns:a16="http://schemas.microsoft.com/office/drawing/2014/main" id="{3DABD946-DA74-179F-8D71-12319D0F59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263" y="1879600"/>
            <a:ext cx="10160000" cy="44291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altLang="sv-SE" dirty="0"/>
              <a:t>REST and RESTful APIs</a:t>
            </a:r>
          </a:p>
          <a:p>
            <a:pPr lvl="1"/>
            <a:r>
              <a:rPr lang="en-US" altLang="sv-SE" dirty="0"/>
              <a:t>Setting up the API</a:t>
            </a:r>
          </a:p>
          <a:p>
            <a:pPr lvl="1"/>
            <a:r>
              <a:rPr lang="en-US" altLang="sv-SE" dirty="0"/>
              <a:t>Test the API</a:t>
            </a:r>
          </a:p>
          <a:p>
            <a:pPr lvl="1"/>
            <a:r>
              <a:rPr lang="en-US" altLang="sv-SE" dirty="0"/>
              <a:t>Demo app</a:t>
            </a:r>
          </a:p>
          <a:p>
            <a:pPr lvl="1"/>
            <a:r>
              <a:rPr lang="en-US" altLang="sv-SE" dirty="0" err="1"/>
              <a:t>Grpc</a:t>
            </a:r>
            <a:r>
              <a:rPr lang="en-US" altLang="sv-SE" dirty="0"/>
              <a:t> </a:t>
            </a:r>
          </a:p>
          <a:p>
            <a:pPr lvl="1"/>
            <a:endParaRPr lang="en-US" altLang="sv-SE" dirty="0"/>
          </a:p>
          <a:p>
            <a:pPr lvl="1"/>
            <a:endParaRPr lang="en-US" altLang="sv-SE" dirty="0"/>
          </a:p>
        </p:txBody>
      </p:sp>
      <p:sp>
        <p:nvSpPr>
          <p:cNvPr id="47108" name="BainBulletsConfiguration" hidden="1">
            <a:extLst>
              <a:ext uri="{FF2B5EF4-FFF2-40B4-BE49-F238E27FC236}">
                <a16:creationId xmlns:a16="http://schemas.microsoft.com/office/drawing/2014/main" id="{AFE1869D-171D-EB8B-E872-C5D7164F4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26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tshållare för bild 4">
            <a:extLst>
              <a:ext uri="{FF2B5EF4-FFF2-40B4-BE49-F238E27FC236}">
                <a16:creationId xmlns:a16="http://schemas.microsoft.com/office/drawing/2014/main" id="{A1CFBEDC-7C11-789C-B6E1-6C83094CF18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019" r="6019"/>
          <a:stretch/>
        </p:blipFill>
        <p:spPr/>
      </p:pic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D2F4F9D-D944-BBAD-1E3C-91B5D9CD44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964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5507BA8B-EEA5-4E75-CE0D-1DF5124A61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948EE39-4751-7A16-A7AA-20B25798C7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2FAA20B5-1FFB-72EF-F012-66F83DF84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1669"/>
            <a:ext cx="12192000" cy="605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53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tshållare för bild 4">
            <a:extLst>
              <a:ext uri="{FF2B5EF4-FFF2-40B4-BE49-F238E27FC236}">
                <a16:creationId xmlns:a16="http://schemas.microsoft.com/office/drawing/2014/main" id="{D42C821B-5BFC-9C42-2C28-CF5FFB550A6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834" r="5834"/>
          <a:stretch/>
        </p:blipFill>
        <p:spPr/>
      </p:pic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DFFDFA5-4796-2F7C-7902-4EA878B60C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940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tshållare för bild 4">
            <a:extLst>
              <a:ext uri="{FF2B5EF4-FFF2-40B4-BE49-F238E27FC236}">
                <a16:creationId xmlns:a16="http://schemas.microsoft.com/office/drawing/2014/main" id="{A7854717-2978-8DDB-6F61-FC329953323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509" r="5509"/>
          <a:stretch/>
        </p:blipFill>
        <p:spPr/>
      </p:pic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591F03F-DC73-1FA4-11C2-4D19BA38A9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4454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6532F-F9EC-2EE3-7E90-EDBC8563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el 5">
            <a:extLst>
              <a:ext uri="{FF2B5EF4-FFF2-40B4-BE49-F238E27FC236}">
                <a16:creationId xmlns:a16="http://schemas.microsoft.com/office/drawing/2014/main" id="{C378B162-17E7-B885-D0DF-EA1ACCED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95" y="1217045"/>
            <a:ext cx="10160000" cy="714375"/>
          </a:xfrm>
        </p:spPr>
        <p:txBody>
          <a:bodyPr/>
          <a:lstStyle/>
          <a:p>
            <a:r>
              <a:rPr lang="en-US" altLang="sv-SE" dirty="0"/>
              <a:t>Client Side														Server Side</a:t>
            </a:r>
          </a:p>
        </p:txBody>
      </p:sp>
      <p:sp>
        <p:nvSpPr>
          <p:cNvPr id="47107" name="Textplatzhalter 6">
            <a:extLst>
              <a:ext uri="{FF2B5EF4-FFF2-40B4-BE49-F238E27FC236}">
                <a16:creationId xmlns:a16="http://schemas.microsoft.com/office/drawing/2014/main" id="{1701DEEE-AB59-8B1C-1ADB-5383950A0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263" y="1879600"/>
            <a:ext cx="10160000" cy="44291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 indent="0">
              <a:buNone/>
            </a:pPr>
            <a:endParaRPr lang="en-US" altLang="sv-SE" dirty="0"/>
          </a:p>
        </p:txBody>
      </p:sp>
      <p:sp>
        <p:nvSpPr>
          <p:cNvPr id="47108" name="BainBulletsConfiguration" hidden="1">
            <a:extLst>
              <a:ext uri="{FF2B5EF4-FFF2-40B4-BE49-F238E27FC236}">
                <a16:creationId xmlns:a16="http://schemas.microsoft.com/office/drawing/2014/main" id="{01E1B0EC-2A6D-D7C4-B6EF-97F95E3E2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pic>
        <p:nvPicPr>
          <p:cNvPr id="3" name="Bild 2" descr="Server kontur">
            <a:extLst>
              <a:ext uri="{FF2B5EF4-FFF2-40B4-BE49-F238E27FC236}">
                <a16:creationId xmlns:a16="http://schemas.microsoft.com/office/drawing/2014/main" id="{7B9D2326-BEA5-A1B7-4B69-C10C31E5D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5093" y="2923953"/>
            <a:ext cx="1969368" cy="1969368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755FB215-08B4-73D7-255E-2BAC554BD94C}"/>
              </a:ext>
            </a:extLst>
          </p:cNvPr>
          <p:cNvSpPr txBox="1"/>
          <p:nvPr/>
        </p:nvSpPr>
        <p:spPr>
          <a:xfrm>
            <a:off x="7957709" y="2757432"/>
            <a:ext cx="1224136" cy="349702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r>
              <a:rPr lang="sv-SE" dirty="0"/>
              <a:t>REST API</a:t>
            </a:r>
          </a:p>
        </p:txBody>
      </p:sp>
      <p:pic>
        <p:nvPicPr>
          <p:cNvPr id="6" name="Bild 5" descr="Laptop kontur">
            <a:extLst>
              <a:ext uri="{FF2B5EF4-FFF2-40B4-BE49-F238E27FC236}">
                <a16:creationId xmlns:a16="http://schemas.microsoft.com/office/drawing/2014/main" id="{F0FC94C6-E7D6-FE9B-E0E1-5BA71A281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408" y="3111202"/>
            <a:ext cx="1440160" cy="1440160"/>
          </a:xfrm>
          <a:prstGeom prst="rect">
            <a:avLst/>
          </a:prstGeom>
        </p:spPr>
      </p:pic>
      <p:sp>
        <p:nvSpPr>
          <p:cNvPr id="7" name="Pil: uppåtböjd 6">
            <a:extLst>
              <a:ext uri="{FF2B5EF4-FFF2-40B4-BE49-F238E27FC236}">
                <a16:creationId xmlns:a16="http://schemas.microsoft.com/office/drawing/2014/main" id="{62027F62-AFB7-6136-DF1D-31A86DCB76BA}"/>
              </a:ext>
            </a:extLst>
          </p:cNvPr>
          <p:cNvSpPr/>
          <p:nvPr/>
        </p:nvSpPr>
        <p:spPr>
          <a:xfrm>
            <a:off x="1271464" y="4745242"/>
            <a:ext cx="7776864" cy="1439813"/>
          </a:xfrm>
          <a:prstGeom prst="curvedUpArrow">
            <a:avLst/>
          </a:prstGeom>
          <a:gradFill flip="none" rotWithShape="1">
            <a:gsLst>
              <a:gs pos="0">
                <a:srgbClr val="FF5800"/>
              </a:gs>
              <a:gs pos="100000">
                <a:srgbClr val="FF4100"/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dirty="0" err="1">
              <a:solidFill>
                <a:schemeClr val="tx1"/>
              </a:solidFill>
            </a:endParaRPr>
          </a:p>
        </p:txBody>
      </p:sp>
      <p:pic>
        <p:nvPicPr>
          <p:cNvPr id="9" name="Bild 8" descr="Urklipp kontur">
            <a:extLst>
              <a:ext uri="{FF2B5EF4-FFF2-40B4-BE49-F238E27FC236}">
                <a16:creationId xmlns:a16="http://schemas.microsoft.com/office/drawing/2014/main" id="{1F1B8659-E4D9-7C72-55BF-7DD60E0F8E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27548" y="1414942"/>
            <a:ext cx="4068452" cy="406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61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02B2428F-0A19-A293-2BB4-AD9ABE1D06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257B2D7-E491-D9E7-6178-7859864D49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594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BainBulletsConfiguration" hidden="1">
            <a:extLst>
              <a:ext uri="{FF2B5EF4-FFF2-40B4-BE49-F238E27FC236}">
                <a16:creationId xmlns:a16="http://schemas.microsoft.com/office/drawing/2014/main" id="{557BB972-092F-7461-AA9C-696E1A140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BainBulletsConfiguration" hidden="1">
            <a:extLst>
              <a:ext uri="{FF2B5EF4-FFF2-40B4-BE49-F238E27FC236}">
                <a16:creationId xmlns:a16="http://schemas.microsoft.com/office/drawing/2014/main" id="{DFA3024D-D227-9E3B-D495-21BFAA70A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43011" name="Textplatzhalter 5">
            <a:extLst>
              <a:ext uri="{FF2B5EF4-FFF2-40B4-BE49-F238E27FC236}">
                <a16:creationId xmlns:a16="http://schemas.microsoft.com/office/drawing/2014/main" id="{3B4CAED2-CFF2-A585-A811-5FB615B2DE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>
          <a:xfrm>
            <a:off x="449263" y="2133600"/>
            <a:ext cx="10606087" cy="649288"/>
          </a:xfrm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" panose="020F0502020204030204" pitchFamily="34" charset="0"/>
            </a:endParaRPr>
          </a:p>
        </p:txBody>
      </p:sp>
      <p:sp>
        <p:nvSpPr>
          <p:cNvPr id="43012" name="Textplatzhalter 6">
            <a:extLst>
              <a:ext uri="{FF2B5EF4-FFF2-40B4-BE49-F238E27FC236}">
                <a16:creationId xmlns:a16="http://schemas.microsoft.com/office/drawing/2014/main" id="{895A6DA1-EF1E-C389-4CB0-77F5BDA09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449263" y="2954338"/>
            <a:ext cx="10636250" cy="3683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el 5">
            <a:extLst>
              <a:ext uri="{FF2B5EF4-FFF2-40B4-BE49-F238E27FC236}">
                <a16:creationId xmlns:a16="http://schemas.microsoft.com/office/drawing/2014/main" id="{6CBDFD2B-AE03-ECE8-9071-265AE097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r>
              <a:rPr lang="en-US" altLang="sv-SE"/>
              <a:t>Headline page with Bullet points</a:t>
            </a:r>
          </a:p>
        </p:txBody>
      </p:sp>
      <p:sp>
        <p:nvSpPr>
          <p:cNvPr id="47107" name="Textplatzhalter 6">
            <a:extLst>
              <a:ext uri="{FF2B5EF4-FFF2-40B4-BE49-F238E27FC236}">
                <a16:creationId xmlns:a16="http://schemas.microsoft.com/office/drawing/2014/main" id="{4988288E-2125-7112-EF15-B6EB0FE56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263" y="1879600"/>
            <a:ext cx="10160000" cy="44291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altLang="sv-SE"/>
              <a:t>German Engineering since 1898</a:t>
            </a:r>
          </a:p>
          <a:p>
            <a:pPr lvl="2"/>
            <a:r>
              <a:rPr lang="en-US" altLang="sv-SE"/>
              <a:t>Second Bullet depth</a:t>
            </a:r>
          </a:p>
          <a:p>
            <a:pPr lvl="3"/>
            <a:r>
              <a:rPr lang="en-US" altLang="sv-SE"/>
              <a:t>Third Bullet depth</a:t>
            </a:r>
          </a:p>
          <a:p>
            <a:pPr lvl="1"/>
            <a:r>
              <a:rPr lang="en-US" altLang="sv-SE"/>
              <a:t>Market for robotics</a:t>
            </a:r>
          </a:p>
          <a:p>
            <a:pPr lvl="1"/>
            <a:r>
              <a:rPr lang="en-US" altLang="sv-SE"/>
              <a:t>Quality and sustainability</a:t>
            </a:r>
          </a:p>
          <a:p>
            <a:pPr lvl="1"/>
            <a:r>
              <a:rPr lang="en-US" altLang="sv-SE"/>
              <a:t>Products and services</a:t>
            </a:r>
          </a:p>
        </p:txBody>
      </p:sp>
      <p:sp>
        <p:nvSpPr>
          <p:cNvPr id="47108" name="BainBulletsConfiguration" hidden="1">
            <a:extLst>
              <a:ext uri="{FF2B5EF4-FFF2-40B4-BE49-F238E27FC236}">
                <a16:creationId xmlns:a16="http://schemas.microsoft.com/office/drawing/2014/main" id="{9FA8195D-27FF-EF17-3721-C521E4F85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el 13">
            <a:extLst>
              <a:ext uri="{FF2B5EF4-FFF2-40B4-BE49-F238E27FC236}">
                <a16:creationId xmlns:a16="http://schemas.microsoft.com/office/drawing/2014/main" id="{8C906A9E-9E14-3F90-F5F8-CF91C7F0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r>
              <a:rPr lang="en-US" altLang="sv-SE"/>
              <a:t>Headline Structure</a:t>
            </a:r>
          </a:p>
        </p:txBody>
      </p:sp>
      <p:sp>
        <p:nvSpPr>
          <p:cNvPr id="49155" name="Inhaltsplatzhalter 4">
            <a:extLst>
              <a:ext uri="{FF2B5EF4-FFF2-40B4-BE49-F238E27FC236}">
                <a16:creationId xmlns:a16="http://schemas.microsoft.com/office/drawing/2014/main" id="{90885062-A01E-FE2E-08A8-0AEC93F5E550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449263" y="1879600"/>
            <a:ext cx="10158412" cy="44291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German Engineering since 1898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Market for robotics</a:t>
            </a:r>
          </a:p>
          <a:p>
            <a:pPr lvl="1"/>
            <a:r>
              <a:rPr lang="en-US" altLang="sv-SE"/>
              <a:t>This is a sub item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altLang="sv-SE"/>
              <a:t>This is another sub item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Quality and sustainability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Products and services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Future and innovation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Applications and industries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...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...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Summary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sv-SE"/>
              <a:t>Conclusion</a:t>
            </a:r>
          </a:p>
        </p:txBody>
      </p:sp>
      <p:sp>
        <p:nvSpPr>
          <p:cNvPr id="49156" name="Textfeld 6">
            <a:extLst>
              <a:ext uri="{FF2B5EF4-FFF2-40B4-BE49-F238E27FC236}">
                <a16:creationId xmlns:a16="http://schemas.microsoft.com/office/drawing/2014/main" id="{F29A9803-757B-C647-919F-01D60FD71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738" y="2692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/>
          </a:p>
        </p:txBody>
      </p:sp>
      <p:sp>
        <p:nvSpPr>
          <p:cNvPr id="49157" name="BainBulletsConfiguration" hidden="1">
            <a:extLst>
              <a:ext uri="{FF2B5EF4-FFF2-40B4-BE49-F238E27FC236}">
                <a16:creationId xmlns:a16="http://schemas.microsoft.com/office/drawing/2014/main" id="{485DB8B1-A002-A69A-68D3-2C4F2C669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kt 10" hidden="1">
            <a:extLst>
              <a:ext uri="{FF2B5EF4-FFF2-40B4-BE49-F238E27FC236}">
                <a16:creationId xmlns:a16="http://schemas.microsoft.com/office/drawing/2014/main" id="{A0C5B0F7-969A-BC9F-475C-B10FF7DC3D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Objekt 1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>
            <a:extLst>
              <a:ext uri="{FF2B5EF4-FFF2-40B4-BE49-F238E27FC236}">
                <a16:creationId xmlns:a16="http://schemas.microsoft.com/office/drawing/2014/main" id="{82E8013D-856E-F947-2317-485BDAAC6B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81075"/>
            <a:ext cx="12192000" cy="5876925"/>
          </a:xfrm>
        </p:spPr>
        <p:txBody>
          <a:bodyPr/>
          <a:lstStyle/>
          <a:p>
            <a:endParaRPr lang="sv-SE"/>
          </a:p>
        </p:txBody>
      </p:sp>
      <p:sp>
        <p:nvSpPr>
          <p:cNvPr id="53252" name="Textplatzhalter 11">
            <a:extLst>
              <a:ext uri="{FF2B5EF4-FFF2-40B4-BE49-F238E27FC236}">
                <a16:creationId xmlns:a16="http://schemas.microsoft.com/office/drawing/2014/main" id="{2E2B1177-1286-3DDA-1BDF-F74BE56072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auto">
          <a:xfrm>
            <a:off x="4013200" y="4400550"/>
            <a:ext cx="4286250" cy="923925"/>
          </a:xfrm>
        </p:spPr>
        <p:txBody>
          <a:bodyPr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sv-SE">
                <a:solidFill>
                  <a:schemeClr val="tx1"/>
                </a:solidFill>
              </a:rPr>
              <a:t>Add Core statement _Feature</a:t>
            </a:r>
          </a:p>
        </p:txBody>
      </p:sp>
      <p:sp>
        <p:nvSpPr>
          <p:cNvPr id="53253" name="BainBulletsConfiguration" hidden="1">
            <a:extLst>
              <a:ext uri="{FF2B5EF4-FFF2-40B4-BE49-F238E27FC236}">
                <a16:creationId xmlns:a16="http://schemas.microsoft.com/office/drawing/2014/main" id="{E10763AE-C701-5381-8FDF-F9BF876E8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sv-SE" sz="100">
                <a:solidFill>
                  <a:srgbClr val="FFFFFF"/>
                </a:solidFill>
              </a:rPr>
              <a:t>9_84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41B65BF-014B-181A-5722-17B4079BD31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7374812" y="2341137"/>
            <a:ext cx="2440334" cy="2627490"/>
            <a:chOff x="9297103" y="2991962"/>
            <a:chExt cx="2156150" cy="2321512"/>
          </a:xfrm>
          <a:solidFill>
            <a:srgbClr val="FF5800">
              <a:alpha val="87843"/>
            </a:srgbClr>
          </a:solidFill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CAABC71C-957A-19B8-17AB-A25C802F8D0D}"/>
                </a:ext>
              </a:extLst>
            </p:cNvPr>
            <p:cNvSpPr/>
            <p:nvPr/>
          </p:nvSpPr>
          <p:spPr>
            <a:xfrm>
              <a:off x="10057840" y="29919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969931D4-7B65-7252-FD15-B9BF7C40F212}"/>
                </a:ext>
              </a:extLst>
            </p:cNvPr>
            <p:cNvSpPr/>
            <p:nvPr/>
          </p:nvSpPr>
          <p:spPr>
            <a:xfrm rot="7200000">
              <a:off x="10057840" y="4120744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0422452B-EB27-E709-F2E0-0E951DBA0BF8}"/>
                </a:ext>
              </a:extLst>
            </p:cNvPr>
            <p:cNvSpPr/>
            <p:nvPr/>
          </p:nvSpPr>
          <p:spPr>
            <a:xfrm rot="14400000">
              <a:off x="9094420" y="3555462"/>
              <a:ext cx="1395413" cy="990047"/>
            </a:xfrm>
            <a:custGeom>
              <a:avLst/>
              <a:gdLst>
                <a:gd name="connsiteX0" fmla="*/ 35719 w 1395413"/>
                <a:gd name="connsiteY0" fmla="*/ 0 h 940594"/>
                <a:gd name="connsiteX1" fmla="*/ 1395413 w 1395413"/>
                <a:gd name="connsiteY1" fmla="*/ 800100 h 940594"/>
                <a:gd name="connsiteX2" fmla="*/ 1214438 w 1395413"/>
                <a:gd name="connsiteY2" fmla="*/ 940594 h 940594"/>
                <a:gd name="connsiteX3" fmla="*/ 0 w 1395413"/>
                <a:gd name="connsiteY3" fmla="*/ 235744 h 940594"/>
                <a:gd name="connsiteX4" fmla="*/ 35719 w 1395413"/>
                <a:gd name="connsiteY4" fmla="*/ 0 h 940594"/>
                <a:gd name="connsiteX0" fmla="*/ 35719 w 1395413"/>
                <a:gd name="connsiteY0" fmla="*/ 28387 h 968981"/>
                <a:gd name="connsiteX1" fmla="*/ 1395413 w 1395413"/>
                <a:gd name="connsiteY1" fmla="*/ 828487 h 968981"/>
                <a:gd name="connsiteX2" fmla="*/ 1214438 w 1395413"/>
                <a:gd name="connsiteY2" fmla="*/ 968981 h 968981"/>
                <a:gd name="connsiteX3" fmla="*/ 0 w 1395413"/>
                <a:gd name="connsiteY3" fmla="*/ 264131 h 968981"/>
                <a:gd name="connsiteX4" fmla="*/ 35719 w 1395413"/>
                <a:gd name="connsiteY4" fmla="*/ 28387 h 968981"/>
                <a:gd name="connsiteX0" fmla="*/ 35719 w 1395413"/>
                <a:gd name="connsiteY0" fmla="*/ 39243 h 979837"/>
                <a:gd name="connsiteX1" fmla="*/ 1395413 w 1395413"/>
                <a:gd name="connsiteY1" fmla="*/ 839343 h 979837"/>
                <a:gd name="connsiteX2" fmla="*/ 1214438 w 1395413"/>
                <a:gd name="connsiteY2" fmla="*/ 979837 h 979837"/>
                <a:gd name="connsiteX3" fmla="*/ 0 w 1395413"/>
                <a:gd name="connsiteY3" fmla="*/ 274987 h 979837"/>
                <a:gd name="connsiteX4" fmla="*/ 35719 w 1395413"/>
                <a:gd name="connsiteY4" fmla="*/ 39243 h 979837"/>
                <a:gd name="connsiteX0" fmla="*/ 35719 w 1395413"/>
                <a:gd name="connsiteY0" fmla="*/ 49577 h 990171"/>
                <a:gd name="connsiteX1" fmla="*/ 1395413 w 1395413"/>
                <a:gd name="connsiteY1" fmla="*/ 849677 h 990171"/>
                <a:gd name="connsiteX2" fmla="*/ 1214438 w 1395413"/>
                <a:gd name="connsiteY2" fmla="*/ 990171 h 990171"/>
                <a:gd name="connsiteX3" fmla="*/ 0 w 1395413"/>
                <a:gd name="connsiteY3" fmla="*/ 285321 h 990171"/>
                <a:gd name="connsiteX4" fmla="*/ 35719 w 1395413"/>
                <a:gd name="connsiteY4" fmla="*/ 49577 h 990171"/>
                <a:gd name="connsiteX0" fmla="*/ 35719 w 1395413"/>
                <a:gd name="connsiteY0" fmla="*/ 50392 h 990986"/>
                <a:gd name="connsiteX1" fmla="*/ 1395413 w 1395413"/>
                <a:gd name="connsiteY1" fmla="*/ 850492 h 990986"/>
                <a:gd name="connsiteX2" fmla="*/ 1214438 w 1395413"/>
                <a:gd name="connsiteY2" fmla="*/ 990986 h 990986"/>
                <a:gd name="connsiteX3" fmla="*/ 0 w 1395413"/>
                <a:gd name="connsiteY3" fmla="*/ 286136 h 990986"/>
                <a:gd name="connsiteX4" fmla="*/ 35719 w 1395413"/>
                <a:gd name="connsiteY4" fmla="*/ 50392 h 990986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  <a:gd name="connsiteX0" fmla="*/ 35719 w 1395413"/>
                <a:gd name="connsiteY0" fmla="*/ 49453 h 990047"/>
                <a:gd name="connsiteX1" fmla="*/ 1395413 w 1395413"/>
                <a:gd name="connsiteY1" fmla="*/ 849553 h 990047"/>
                <a:gd name="connsiteX2" fmla="*/ 1214438 w 1395413"/>
                <a:gd name="connsiteY2" fmla="*/ 990047 h 990047"/>
                <a:gd name="connsiteX3" fmla="*/ 0 w 1395413"/>
                <a:gd name="connsiteY3" fmla="*/ 285197 h 990047"/>
                <a:gd name="connsiteX4" fmla="*/ 35719 w 1395413"/>
                <a:gd name="connsiteY4" fmla="*/ 49453 h 9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413" h="990047">
                  <a:moveTo>
                    <a:pt x="35719" y="49453"/>
                  </a:moveTo>
                  <a:cubicBezTo>
                    <a:pt x="784225" y="-162479"/>
                    <a:pt x="1306513" y="344728"/>
                    <a:pt x="1395413" y="849553"/>
                  </a:cubicBezTo>
                  <a:lnTo>
                    <a:pt x="1214438" y="990047"/>
                  </a:lnTo>
                  <a:cubicBezTo>
                    <a:pt x="1150143" y="455059"/>
                    <a:pt x="642938" y="29610"/>
                    <a:pt x="0" y="285197"/>
                  </a:cubicBezTo>
                  <a:lnTo>
                    <a:pt x="35719" y="49453"/>
                  </a:lnTo>
                  <a:close/>
                </a:path>
              </a:pathLst>
            </a:custGeom>
            <a:grpFill/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45715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 err="1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kt 3" hidden="1">
            <a:extLst>
              <a:ext uri="{FF2B5EF4-FFF2-40B4-BE49-F238E27FC236}">
                <a16:creationId xmlns:a16="http://schemas.microsoft.com/office/drawing/2014/main" id="{7826317A-F9BB-74BD-EDE6-14D853695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Titel 1">
            <a:extLst>
              <a:ext uri="{FF2B5EF4-FFF2-40B4-BE49-F238E27FC236}">
                <a16:creationId xmlns:a16="http://schemas.microsoft.com/office/drawing/2014/main" id="{774C70D9-33FA-DBEA-0148-69EB2E2F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endParaRPr lang="en-US" altLang="sv-SE"/>
          </a:p>
        </p:txBody>
      </p:sp>
      <p:sp>
        <p:nvSpPr>
          <p:cNvPr id="55300" name="BainBulletsConfiguration" hidden="1">
            <a:extLst>
              <a:ext uri="{FF2B5EF4-FFF2-40B4-BE49-F238E27FC236}">
                <a16:creationId xmlns:a16="http://schemas.microsoft.com/office/drawing/2014/main" id="{D2209B1E-B069-96FC-008C-742B01C5E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C284392F-E5DE-8294-7FCA-A9B4E1C4E8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9263" y="1879600"/>
            <a:ext cx="10158412" cy="4429125"/>
          </a:xfrm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kt 1" hidden="1">
            <a:extLst>
              <a:ext uri="{FF2B5EF4-FFF2-40B4-BE49-F238E27FC236}">
                <a16:creationId xmlns:a16="http://schemas.microsoft.com/office/drawing/2014/main" id="{031DCAFE-FA58-6A82-C389-9A959187BE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Textplatzhalter 5">
            <a:extLst>
              <a:ext uri="{FF2B5EF4-FFF2-40B4-BE49-F238E27FC236}">
                <a16:creationId xmlns:a16="http://schemas.microsoft.com/office/drawing/2014/main" id="{3583C33E-9B84-89B0-518C-002D8A5FCD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auto">
          <a:xfrm>
            <a:off x="10191750" y="1879600"/>
            <a:ext cx="1557338" cy="1335088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57348" name="Titel 4">
            <a:extLst>
              <a:ext uri="{FF2B5EF4-FFF2-40B4-BE49-F238E27FC236}">
                <a16:creationId xmlns:a16="http://schemas.microsoft.com/office/drawing/2014/main" id="{848D4717-30FE-1B5A-869A-B1B0D66D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endParaRPr lang="en-US" altLang="sv-SE"/>
          </a:p>
        </p:txBody>
      </p:sp>
      <p:sp>
        <p:nvSpPr>
          <p:cNvPr id="57349" name="BainBulletsConfiguration" hidden="1">
            <a:extLst>
              <a:ext uri="{FF2B5EF4-FFF2-40B4-BE49-F238E27FC236}">
                <a16:creationId xmlns:a16="http://schemas.microsoft.com/office/drawing/2014/main" id="{EBBD9771-3D75-EB07-5905-FDAC14AC7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63A007F-0C8C-AA92-DECE-1F4B5BAD07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9263" y="1879600"/>
            <a:ext cx="9678987" cy="4429125"/>
          </a:xfrm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kt 1" hidden="1">
            <a:extLst>
              <a:ext uri="{FF2B5EF4-FFF2-40B4-BE49-F238E27FC236}">
                <a16:creationId xmlns:a16="http://schemas.microsoft.com/office/drawing/2014/main" id="{9A567D82-27F6-199C-D027-CE774BEFBE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Titel 11">
            <a:extLst>
              <a:ext uri="{FF2B5EF4-FFF2-40B4-BE49-F238E27FC236}">
                <a16:creationId xmlns:a16="http://schemas.microsoft.com/office/drawing/2014/main" id="{06A0174A-08F0-FA9A-F4F7-B23A876E0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endParaRPr lang="en-US" altLang="sv-SE"/>
          </a:p>
        </p:txBody>
      </p:sp>
      <p:sp>
        <p:nvSpPr>
          <p:cNvPr id="65540" name="Textplatzhalter 5">
            <a:extLst>
              <a:ext uri="{FF2B5EF4-FFF2-40B4-BE49-F238E27FC236}">
                <a16:creationId xmlns:a16="http://schemas.microsoft.com/office/drawing/2014/main" id="{0370A253-BD98-2254-CD19-E5A71855F0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auto">
          <a:xfrm>
            <a:off x="449263" y="5910263"/>
            <a:ext cx="3556000" cy="40163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65541" name="Inhaltsplatzhalter 13">
            <a:extLst>
              <a:ext uri="{FF2B5EF4-FFF2-40B4-BE49-F238E27FC236}">
                <a16:creationId xmlns:a16="http://schemas.microsoft.com/office/drawing/2014/main" id="{2079DB0F-D28A-16E4-E76D-994B950737D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auto">
          <a:xfrm>
            <a:off x="4322763" y="5910263"/>
            <a:ext cx="3554412" cy="40163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65542" name="Inhaltsplatzhalter 4">
            <a:extLst>
              <a:ext uri="{FF2B5EF4-FFF2-40B4-BE49-F238E27FC236}">
                <a16:creationId xmlns:a16="http://schemas.microsoft.com/office/drawing/2014/main" id="{53735789-CE3E-4DC1-BDFD-B6A4213674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auto">
          <a:xfrm>
            <a:off x="8194675" y="5910263"/>
            <a:ext cx="3554413" cy="40163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65543" name="Textplatzhalter 16">
            <a:extLst>
              <a:ext uri="{FF2B5EF4-FFF2-40B4-BE49-F238E27FC236}">
                <a16:creationId xmlns:a16="http://schemas.microsoft.com/office/drawing/2014/main" id="{46184D93-AE32-59B7-C04F-F72C17EE99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263" y="1879600"/>
            <a:ext cx="3556000" cy="21113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65544" name="Textplatzhalter 17">
            <a:extLst>
              <a:ext uri="{FF2B5EF4-FFF2-40B4-BE49-F238E27FC236}">
                <a16:creationId xmlns:a16="http://schemas.microsoft.com/office/drawing/2014/main" id="{6FAA4851-0A3A-4D4D-1446-FED4EAFA02E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auto">
          <a:xfrm>
            <a:off x="4322763" y="1879600"/>
            <a:ext cx="3554412" cy="211296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65545" name="Textplatzhalter 18">
            <a:extLst>
              <a:ext uri="{FF2B5EF4-FFF2-40B4-BE49-F238E27FC236}">
                <a16:creationId xmlns:a16="http://schemas.microsoft.com/office/drawing/2014/main" id="{D6088537-74DA-669C-4B07-900752021FA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auto">
          <a:xfrm>
            <a:off x="8194675" y="1879600"/>
            <a:ext cx="3554413" cy="21113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65546" name="BainBulletsConfiguration" hidden="1">
            <a:extLst>
              <a:ext uri="{FF2B5EF4-FFF2-40B4-BE49-F238E27FC236}">
                <a16:creationId xmlns:a16="http://schemas.microsoft.com/office/drawing/2014/main" id="{15B79B53-D92A-D62B-3E6A-DB3C06B55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1ACACC2-B6DF-49A7-4BC8-96603B6E6AA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322763" y="3987800"/>
            <a:ext cx="3554412" cy="1916113"/>
          </a:xfrm>
        </p:spPr>
        <p:txBody>
          <a:bodyPr/>
          <a:lstStyle/>
          <a:p>
            <a:endParaRPr lang="sv-S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E080139-C16D-9ADF-BAAA-7A942FF097F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94675" y="3987800"/>
            <a:ext cx="3554413" cy="1916113"/>
          </a:xfrm>
        </p:spPr>
        <p:txBody>
          <a:bodyPr/>
          <a:lstStyle/>
          <a:p>
            <a:endParaRPr lang="sv-S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28C369DD-5EFA-B814-C8EE-C2CA9B994C0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49263" y="3987800"/>
            <a:ext cx="3556000" cy="1916113"/>
          </a:xfrm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kt 1" hidden="1">
            <a:extLst>
              <a:ext uri="{FF2B5EF4-FFF2-40B4-BE49-F238E27FC236}">
                <a16:creationId xmlns:a16="http://schemas.microsoft.com/office/drawing/2014/main" id="{1D7D2931-AC22-3E01-5BEA-1370C61B0E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Textplatzhalter 7">
            <a:extLst>
              <a:ext uri="{FF2B5EF4-FFF2-40B4-BE49-F238E27FC236}">
                <a16:creationId xmlns:a16="http://schemas.microsoft.com/office/drawing/2014/main" id="{102749F9-6733-453A-5245-D7351D8AE4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auto">
          <a:xfrm>
            <a:off x="449263" y="5405438"/>
            <a:ext cx="3556000" cy="906462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59396" name="Textplatzhalter 8">
            <a:extLst>
              <a:ext uri="{FF2B5EF4-FFF2-40B4-BE49-F238E27FC236}">
                <a16:creationId xmlns:a16="http://schemas.microsoft.com/office/drawing/2014/main" id="{9420CCFE-44F1-515C-D770-17F17BA7B4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auto">
          <a:xfrm>
            <a:off x="10156825" y="4113213"/>
            <a:ext cx="1592263" cy="219868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59397" name="Titel 5">
            <a:extLst>
              <a:ext uri="{FF2B5EF4-FFF2-40B4-BE49-F238E27FC236}">
                <a16:creationId xmlns:a16="http://schemas.microsoft.com/office/drawing/2014/main" id="{D0B022B7-CB44-AF5C-FB92-CBCE0DD8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endParaRPr lang="en-US" altLang="sv-SE"/>
          </a:p>
        </p:txBody>
      </p:sp>
      <p:sp>
        <p:nvSpPr>
          <p:cNvPr id="59398" name="BainBulletsConfiguration" hidden="1">
            <a:extLst>
              <a:ext uri="{FF2B5EF4-FFF2-40B4-BE49-F238E27FC236}">
                <a16:creationId xmlns:a16="http://schemas.microsoft.com/office/drawing/2014/main" id="{FE7CE316-FDDB-CE35-1CFA-7D9EA93FC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BF54B4C-1016-D169-A58A-0428D83B5FF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9263" y="1879600"/>
            <a:ext cx="3556000" cy="3381375"/>
          </a:xfrm>
        </p:spPr>
        <p:txBody>
          <a:bodyPr/>
          <a:lstStyle/>
          <a:p>
            <a:endParaRPr lang="sv-S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46AB41B-17FE-B809-B5F6-8F7DD22713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22763" y="1879600"/>
            <a:ext cx="3554412" cy="1912938"/>
          </a:xfrm>
        </p:spPr>
        <p:txBody>
          <a:bodyPr/>
          <a:lstStyle/>
          <a:p>
            <a:endParaRPr lang="sv-S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B26A3890-95B5-A778-E3EA-A0B479EDBB9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22763" y="4113213"/>
            <a:ext cx="5735637" cy="2198687"/>
          </a:xfrm>
        </p:spPr>
        <p:txBody>
          <a:bodyPr/>
          <a:lstStyle/>
          <a:p>
            <a:endParaRPr lang="sv-S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D682FB6-BD0C-D1F1-FD8B-3288D4369D3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94675" y="1879600"/>
            <a:ext cx="3554413" cy="1912938"/>
          </a:xfrm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kt 1" hidden="1">
            <a:extLst>
              <a:ext uri="{FF2B5EF4-FFF2-40B4-BE49-F238E27FC236}">
                <a16:creationId xmlns:a16="http://schemas.microsoft.com/office/drawing/2014/main" id="{648E42F3-B4A0-3DAC-FD54-4B80A7F446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3" name="Titel 11">
            <a:extLst>
              <a:ext uri="{FF2B5EF4-FFF2-40B4-BE49-F238E27FC236}">
                <a16:creationId xmlns:a16="http://schemas.microsoft.com/office/drawing/2014/main" id="{E9F52D0B-1B89-2B88-CCBC-4502FFFE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endParaRPr lang="en-US" altLang="sv-SE"/>
          </a:p>
        </p:txBody>
      </p:sp>
      <p:sp>
        <p:nvSpPr>
          <p:cNvPr id="61444" name="Textplatzhalter 14">
            <a:extLst>
              <a:ext uri="{FF2B5EF4-FFF2-40B4-BE49-F238E27FC236}">
                <a16:creationId xmlns:a16="http://schemas.microsoft.com/office/drawing/2014/main" id="{EFB6161C-27AE-59D3-837F-0331DD37A5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auto">
          <a:xfrm>
            <a:off x="449263" y="1879600"/>
            <a:ext cx="3556000" cy="1041400"/>
          </a:xfrm>
        </p:spPr>
        <p:txBody>
          <a:bodyPr numCol="1" anchor="t" anchorCtr="0" compatLnSpc="1">
            <a:prstTxWarp prst="textNoShape">
              <a:avLst/>
            </a:prstTxWarp>
          </a:bodyPr>
          <a:lstStyle/>
          <a:p>
            <a:pPr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sv-SE"/>
          </a:p>
        </p:txBody>
      </p:sp>
      <p:sp>
        <p:nvSpPr>
          <p:cNvPr id="61445" name="Textplatzhalter 15">
            <a:extLst>
              <a:ext uri="{FF2B5EF4-FFF2-40B4-BE49-F238E27FC236}">
                <a16:creationId xmlns:a16="http://schemas.microsoft.com/office/drawing/2014/main" id="{8262B5CC-F31E-4D43-488E-9B4C3EFBCD2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auto">
          <a:xfrm>
            <a:off x="4322763" y="1879600"/>
            <a:ext cx="3554412" cy="1041400"/>
          </a:xfrm>
        </p:spPr>
        <p:txBody>
          <a:bodyPr numCol="1" anchor="t" anchorCtr="0" compatLnSpc="1">
            <a:prstTxWarp prst="textNoShape">
              <a:avLst/>
            </a:prstTxWarp>
          </a:bodyPr>
          <a:lstStyle/>
          <a:p>
            <a:pPr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sv-SE"/>
          </a:p>
        </p:txBody>
      </p:sp>
      <p:sp>
        <p:nvSpPr>
          <p:cNvPr id="61446" name="Textplatzhalter 5">
            <a:extLst>
              <a:ext uri="{FF2B5EF4-FFF2-40B4-BE49-F238E27FC236}">
                <a16:creationId xmlns:a16="http://schemas.microsoft.com/office/drawing/2014/main" id="{72A37B80-9063-5EBB-9117-45B84D0809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auto">
          <a:xfrm>
            <a:off x="8194675" y="1879600"/>
            <a:ext cx="3554413" cy="1041400"/>
          </a:xfrm>
        </p:spPr>
        <p:txBody>
          <a:bodyPr numCol="1" anchor="t" anchorCtr="0" compatLnSpc="1">
            <a:prstTxWarp prst="textNoShape">
              <a:avLst/>
            </a:prstTxWarp>
          </a:bodyPr>
          <a:lstStyle/>
          <a:p>
            <a:pPr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sv-SE"/>
          </a:p>
        </p:txBody>
      </p:sp>
      <p:sp>
        <p:nvSpPr>
          <p:cNvPr id="61447" name="BainBulletsConfiguration" hidden="1">
            <a:extLst>
              <a:ext uri="{FF2B5EF4-FFF2-40B4-BE49-F238E27FC236}">
                <a16:creationId xmlns:a16="http://schemas.microsoft.com/office/drawing/2014/main" id="{C2A116A7-1D55-7593-F6B9-87A8E60DA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C07DF1-5086-DED4-0924-BCC441C0114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9263" y="2921000"/>
            <a:ext cx="3556000" cy="3390900"/>
          </a:xfrm>
        </p:spPr>
        <p:txBody>
          <a:bodyPr/>
          <a:lstStyle/>
          <a:p>
            <a:endParaRPr lang="sv-S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346A748-FCFF-16E0-39AB-8AF7648D664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22763" y="2921000"/>
            <a:ext cx="3554412" cy="3390900"/>
          </a:xfrm>
        </p:spPr>
        <p:txBody>
          <a:bodyPr/>
          <a:lstStyle/>
          <a:p>
            <a:endParaRPr lang="sv-S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8741893-61D9-5269-6DC4-674AD038153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94675" y="2921000"/>
            <a:ext cx="3554413" cy="3390900"/>
          </a:xfrm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kt 1" hidden="1">
            <a:extLst>
              <a:ext uri="{FF2B5EF4-FFF2-40B4-BE49-F238E27FC236}">
                <a16:creationId xmlns:a16="http://schemas.microsoft.com/office/drawing/2014/main" id="{1E89F388-E723-2EF7-06DB-17F3EB9E41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1" name="Titel 11">
            <a:extLst>
              <a:ext uri="{FF2B5EF4-FFF2-40B4-BE49-F238E27FC236}">
                <a16:creationId xmlns:a16="http://schemas.microsoft.com/office/drawing/2014/main" id="{0FD206CE-9375-2698-736B-A80CAAA0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endParaRPr lang="en-US" altLang="sv-SE"/>
          </a:p>
        </p:txBody>
      </p:sp>
      <p:sp>
        <p:nvSpPr>
          <p:cNvPr id="63492" name="Textplatzhalter 14">
            <a:extLst>
              <a:ext uri="{FF2B5EF4-FFF2-40B4-BE49-F238E27FC236}">
                <a16:creationId xmlns:a16="http://schemas.microsoft.com/office/drawing/2014/main" id="{FF563BCA-A166-F8BA-32D5-FF0D29E5791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auto">
          <a:xfrm>
            <a:off x="449263" y="5773738"/>
            <a:ext cx="4775200" cy="53498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63493" name="Textplatzhalter 15">
            <a:extLst>
              <a:ext uri="{FF2B5EF4-FFF2-40B4-BE49-F238E27FC236}">
                <a16:creationId xmlns:a16="http://schemas.microsoft.com/office/drawing/2014/main" id="{ECF2EA6B-8376-E856-D9C3-0122A06AB9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auto">
          <a:xfrm>
            <a:off x="5838825" y="5773738"/>
            <a:ext cx="4775200" cy="53498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 Light" panose="020F0302020204030204" pitchFamily="34" charset="0"/>
            </a:endParaRPr>
          </a:p>
        </p:txBody>
      </p:sp>
      <p:sp>
        <p:nvSpPr>
          <p:cNvPr id="63494" name="Textplatzhalter 29">
            <a:extLst>
              <a:ext uri="{FF2B5EF4-FFF2-40B4-BE49-F238E27FC236}">
                <a16:creationId xmlns:a16="http://schemas.microsoft.com/office/drawing/2014/main" id="{33278DF8-D0D7-6D06-CE17-7392DF8FF1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263" y="1879600"/>
            <a:ext cx="4775200" cy="15494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63495" name="Textplatzhalter 30">
            <a:extLst>
              <a:ext uri="{FF2B5EF4-FFF2-40B4-BE49-F238E27FC236}">
                <a16:creationId xmlns:a16="http://schemas.microsoft.com/office/drawing/2014/main" id="{05279E19-C544-2F61-5197-E3EB9A6164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auto">
          <a:xfrm>
            <a:off x="5838825" y="1879600"/>
            <a:ext cx="4775200" cy="15494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63496" name="BainBulletsConfiguration" hidden="1">
            <a:extLst>
              <a:ext uri="{FF2B5EF4-FFF2-40B4-BE49-F238E27FC236}">
                <a16:creationId xmlns:a16="http://schemas.microsoft.com/office/drawing/2014/main" id="{45DCD05C-B85F-05A7-BE10-C1ACDEE21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F44C06-4256-FF5B-5AFC-C851DD0BC74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9263" y="3429000"/>
            <a:ext cx="4775200" cy="2344738"/>
          </a:xfrm>
        </p:spPr>
        <p:txBody>
          <a:bodyPr/>
          <a:lstStyle/>
          <a:p>
            <a:endParaRPr lang="sv-S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716A83B-3301-B2EC-CD82-B15CD8ED9C1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838825" y="3429000"/>
            <a:ext cx="4775200" cy="2344738"/>
          </a:xfrm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Objekt 1" hidden="1">
            <a:extLst>
              <a:ext uri="{FF2B5EF4-FFF2-40B4-BE49-F238E27FC236}">
                <a16:creationId xmlns:a16="http://schemas.microsoft.com/office/drawing/2014/main" id="{AC650C96-7A3F-096F-CA07-2EDF8F8654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67586" name="Objekt 1" hidden="1">
                        <a:extLst>
                          <a:ext uri="{FF2B5EF4-FFF2-40B4-BE49-F238E27FC236}">
                            <a16:creationId xmlns:a16="http://schemas.microsoft.com/office/drawing/2014/main" id="{AC650C96-7A3F-096F-CA07-2EDF8F8654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Titel 8">
            <a:extLst>
              <a:ext uri="{FF2B5EF4-FFF2-40B4-BE49-F238E27FC236}">
                <a16:creationId xmlns:a16="http://schemas.microsoft.com/office/drawing/2014/main" id="{7A74E96F-6AF0-494A-66DA-4CB75B47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sv-SE"/>
          </a:p>
        </p:txBody>
      </p:sp>
      <p:sp>
        <p:nvSpPr>
          <p:cNvPr id="67588" name="Textplatzhalter 9">
            <a:extLst>
              <a:ext uri="{FF2B5EF4-FFF2-40B4-BE49-F238E27FC236}">
                <a16:creationId xmlns:a16="http://schemas.microsoft.com/office/drawing/2014/main" id="{7FD85926-54F2-98FB-7675-AE40ECFE6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263" y="1879600"/>
            <a:ext cx="5341937" cy="443071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67589" name="BainBulletsConfiguration" hidden="1">
            <a:extLst>
              <a:ext uri="{FF2B5EF4-FFF2-40B4-BE49-F238E27FC236}">
                <a16:creationId xmlns:a16="http://schemas.microsoft.com/office/drawing/2014/main" id="{8F3BA009-EA88-23E5-F3DF-BE2D771F7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5BCC0B-99D8-5D9F-ECA0-2258FCE740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879600"/>
            <a:ext cx="4513263" cy="4430713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1809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Objekt 1" hidden="1">
            <a:extLst>
              <a:ext uri="{FF2B5EF4-FFF2-40B4-BE49-F238E27FC236}">
                <a16:creationId xmlns:a16="http://schemas.microsoft.com/office/drawing/2014/main" id="{AC650C96-7A3F-096F-CA07-2EDF8F8654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Titel 8">
            <a:extLst>
              <a:ext uri="{FF2B5EF4-FFF2-40B4-BE49-F238E27FC236}">
                <a16:creationId xmlns:a16="http://schemas.microsoft.com/office/drawing/2014/main" id="{7A74E96F-6AF0-494A-66DA-4CB75B47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sv-SE"/>
          </a:p>
        </p:txBody>
      </p:sp>
      <p:sp>
        <p:nvSpPr>
          <p:cNvPr id="67588" name="Textplatzhalter 9">
            <a:extLst>
              <a:ext uri="{FF2B5EF4-FFF2-40B4-BE49-F238E27FC236}">
                <a16:creationId xmlns:a16="http://schemas.microsoft.com/office/drawing/2014/main" id="{7FD85926-54F2-98FB-7675-AE40ECFE6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263" y="1879600"/>
            <a:ext cx="5341937" cy="443071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67589" name="BainBulletsConfiguration" hidden="1">
            <a:extLst>
              <a:ext uri="{FF2B5EF4-FFF2-40B4-BE49-F238E27FC236}">
                <a16:creationId xmlns:a16="http://schemas.microsoft.com/office/drawing/2014/main" id="{8F3BA009-EA88-23E5-F3DF-BE2D771F7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5BCC0B-99D8-5D9F-ECA0-2258FCE740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879600"/>
            <a:ext cx="4513263" cy="4430713"/>
          </a:xfrm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BainBulletsConfiguration" hidden="1">
            <a:extLst>
              <a:ext uri="{FF2B5EF4-FFF2-40B4-BE49-F238E27FC236}">
                <a16:creationId xmlns:a16="http://schemas.microsoft.com/office/drawing/2014/main" id="{B8DC0977-500B-5065-06AF-01359391D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71683" name="Inhaltsplatzhalter 2">
            <a:extLst>
              <a:ext uri="{FF2B5EF4-FFF2-40B4-BE49-F238E27FC236}">
                <a16:creationId xmlns:a16="http://schemas.microsoft.com/office/drawing/2014/main" id="{2BCB8283-89D2-D926-0284-394D2CDB551D}"/>
              </a:ext>
            </a:extLst>
          </p:cNvPr>
          <p:cNvSpPr>
            <a:spLocks noGrp="1"/>
          </p:cNvSpPr>
          <p:nvPr>
            <p:ph sz="quarter" idx="10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kt 8" hidden="1">
            <a:extLst>
              <a:ext uri="{FF2B5EF4-FFF2-40B4-BE49-F238E27FC236}">
                <a16:creationId xmlns:a16="http://schemas.microsoft.com/office/drawing/2014/main" id="{32E17738-F448-03FE-7453-13BE283773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Objek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1" name="Titel 4">
            <a:extLst>
              <a:ext uri="{FF2B5EF4-FFF2-40B4-BE49-F238E27FC236}">
                <a16:creationId xmlns:a16="http://schemas.microsoft.com/office/drawing/2014/main" id="{EE8E988D-F1B1-92D7-CBB4-73939EC8A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endParaRPr lang="en-US" altLang="sv-SE"/>
          </a:p>
        </p:txBody>
      </p:sp>
      <p:sp>
        <p:nvSpPr>
          <p:cNvPr id="73732" name="Textplatzhalter 2">
            <a:extLst>
              <a:ext uri="{FF2B5EF4-FFF2-40B4-BE49-F238E27FC236}">
                <a16:creationId xmlns:a16="http://schemas.microsoft.com/office/drawing/2014/main" id="{DAEA73D7-76B2-7CE4-C302-CC1FC1889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8194675" y="1879600"/>
            <a:ext cx="3554413" cy="44291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73733" name="Inhaltsplatzhalter 3">
            <a:extLst>
              <a:ext uri="{FF2B5EF4-FFF2-40B4-BE49-F238E27FC236}">
                <a16:creationId xmlns:a16="http://schemas.microsoft.com/office/drawing/2014/main" id="{B6DD73BE-9B5C-191F-7997-A52D9F7A89EF}"/>
              </a:ext>
            </a:extLst>
          </p:cNvPr>
          <p:cNvSpPr>
            <a:spLocks noGrp="1"/>
          </p:cNvSpPr>
          <p:nvPr>
            <p:ph sz="quarter" idx="11"/>
          </p:nvPr>
        </p:nvSpPr>
        <p:spPr bwMode="auto">
          <a:xfrm>
            <a:off x="449263" y="1879600"/>
            <a:ext cx="7427912" cy="4141788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73734" name="BainBulletsConfiguration" hidden="1">
            <a:extLst>
              <a:ext uri="{FF2B5EF4-FFF2-40B4-BE49-F238E27FC236}">
                <a16:creationId xmlns:a16="http://schemas.microsoft.com/office/drawing/2014/main" id="{AFDAC637-CF75-CBE0-B150-08FCEF5D2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el 4">
            <a:extLst>
              <a:ext uri="{FF2B5EF4-FFF2-40B4-BE49-F238E27FC236}">
                <a16:creationId xmlns:a16="http://schemas.microsoft.com/office/drawing/2014/main" id="{11D59494-04DF-0FB9-DF2E-A979FFAA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r>
              <a:rPr lang="en-US" altLang="sv-SE"/>
              <a:t>Colors</a:t>
            </a:r>
          </a:p>
        </p:txBody>
      </p:sp>
      <p:sp>
        <p:nvSpPr>
          <p:cNvPr id="75779" name="BainBulletsConfiguration" hidden="1">
            <a:extLst>
              <a:ext uri="{FF2B5EF4-FFF2-40B4-BE49-F238E27FC236}">
                <a16:creationId xmlns:a16="http://schemas.microsoft.com/office/drawing/2014/main" id="{510FC46C-FC67-73A4-14E7-B24A874D6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15" name="FarbBox1">
            <a:extLst>
              <a:ext uri="{FF2B5EF4-FFF2-40B4-BE49-F238E27FC236}">
                <a16:creationId xmlns:a16="http://schemas.microsoft.com/office/drawing/2014/main" id="{E927AE2B-B7C7-CC91-21E6-AA5010C1A43D}"/>
              </a:ext>
            </a:extLst>
          </p:cNvPr>
          <p:cNvSpPr/>
          <p:nvPr/>
        </p:nvSpPr>
        <p:spPr>
          <a:xfrm>
            <a:off x="4005263" y="4329113"/>
            <a:ext cx="468312" cy="252412"/>
          </a:xfrm>
          <a:prstGeom prst="rect">
            <a:avLst/>
          </a:prstGeom>
          <a:gradFill flip="none" rotWithShape="1">
            <a:gsLst>
              <a:gs pos="0">
                <a:srgbClr val="FF5800"/>
              </a:gs>
              <a:gs pos="100000">
                <a:srgbClr val="FF4100"/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17" name="FarbBox2">
            <a:extLst>
              <a:ext uri="{FF2B5EF4-FFF2-40B4-BE49-F238E27FC236}">
                <a16:creationId xmlns:a16="http://schemas.microsoft.com/office/drawing/2014/main" id="{9E93E5CD-A58C-3621-C4FB-1CBAB4A378F2}"/>
              </a:ext>
            </a:extLst>
          </p:cNvPr>
          <p:cNvSpPr/>
          <p:nvPr/>
        </p:nvSpPr>
        <p:spPr>
          <a:xfrm>
            <a:off x="4005263" y="1885950"/>
            <a:ext cx="468312" cy="2524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18" name="FarbBox3">
            <a:extLst>
              <a:ext uri="{FF2B5EF4-FFF2-40B4-BE49-F238E27FC236}">
                <a16:creationId xmlns:a16="http://schemas.microsoft.com/office/drawing/2014/main" id="{F8C2A98B-3B00-5995-0286-007D3B427CE5}"/>
              </a:ext>
            </a:extLst>
          </p:cNvPr>
          <p:cNvSpPr/>
          <p:nvPr/>
        </p:nvSpPr>
        <p:spPr>
          <a:xfrm>
            <a:off x="4005263" y="2219325"/>
            <a:ext cx="468312" cy="2524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19" name="FarbBox4">
            <a:extLst>
              <a:ext uri="{FF2B5EF4-FFF2-40B4-BE49-F238E27FC236}">
                <a16:creationId xmlns:a16="http://schemas.microsoft.com/office/drawing/2014/main" id="{EAE4F534-A249-6A44-F950-360C7815D893}"/>
              </a:ext>
            </a:extLst>
          </p:cNvPr>
          <p:cNvSpPr/>
          <p:nvPr/>
        </p:nvSpPr>
        <p:spPr>
          <a:xfrm>
            <a:off x="4005263" y="2554288"/>
            <a:ext cx="468312" cy="25082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20" name="FarbBox5">
            <a:extLst>
              <a:ext uri="{FF2B5EF4-FFF2-40B4-BE49-F238E27FC236}">
                <a16:creationId xmlns:a16="http://schemas.microsoft.com/office/drawing/2014/main" id="{50BC17E6-9C6D-9584-DC36-2782D4196D90}"/>
              </a:ext>
            </a:extLst>
          </p:cNvPr>
          <p:cNvSpPr/>
          <p:nvPr/>
        </p:nvSpPr>
        <p:spPr>
          <a:xfrm>
            <a:off x="4005263" y="2887663"/>
            <a:ext cx="468312" cy="252412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21" name="FarbBox6">
            <a:extLst>
              <a:ext uri="{FF2B5EF4-FFF2-40B4-BE49-F238E27FC236}">
                <a16:creationId xmlns:a16="http://schemas.microsoft.com/office/drawing/2014/main" id="{3D8B8E8F-33EF-6615-6888-750F9879A2C9}"/>
              </a:ext>
            </a:extLst>
          </p:cNvPr>
          <p:cNvSpPr/>
          <p:nvPr/>
        </p:nvSpPr>
        <p:spPr>
          <a:xfrm>
            <a:off x="4005263" y="3221038"/>
            <a:ext cx="468312" cy="25241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22" name="FarbBox7">
            <a:extLst>
              <a:ext uri="{FF2B5EF4-FFF2-40B4-BE49-F238E27FC236}">
                <a16:creationId xmlns:a16="http://schemas.microsoft.com/office/drawing/2014/main" id="{7A36850B-1B0D-CA0C-C8E4-1D178797D551}"/>
              </a:ext>
            </a:extLst>
          </p:cNvPr>
          <p:cNvSpPr/>
          <p:nvPr/>
        </p:nvSpPr>
        <p:spPr>
          <a:xfrm>
            <a:off x="4005263" y="3554413"/>
            <a:ext cx="468312" cy="25241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25" name="FarbBox8">
            <a:extLst>
              <a:ext uri="{FF2B5EF4-FFF2-40B4-BE49-F238E27FC236}">
                <a16:creationId xmlns:a16="http://schemas.microsoft.com/office/drawing/2014/main" id="{08388500-65AC-D7C9-B3E9-1D40EBC76B94}"/>
              </a:ext>
            </a:extLst>
          </p:cNvPr>
          <p:cNvSpPr/>
          <p:nvPr/>
        </p:nvSpPr>
        <p:spPr>
          <a:xfrm>
            <a:off x="4005263" y="5127625"/>
            <a:ext cx="468312" cy="250825"/>
          </a:xfrm>
          <a:prstGeom prst="rect">
            <a:avLst/>
          </a:prstGeom>
          <a:solidFill>
            <a:srgbClr val="B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26" name="FarbBox9">
            <a:extLst>
              <a:ext uri="{FF2B5EF4-FFF2-40B4-BE49-F238E27FC236}">
                <a16:creationId xmlns:a16="http://schemas.microsoft.com/office/drawing/2014/main" id="{1A37BE73-9942-B29F-74C4-A5DF730582D7}"/>
              </a:ext>
            </a:extLst>
          </p:cNvPr>
          <p:cNvSpPr/>
          <p:nvPr/>
        </p:nvSpPr>
        <p:spPr>
          <a:xfrm>
            <a:off x="4005263" y="5462588"/>
            <a:ext cx="468312" cy="252412"/>
          </a:xfrm>
          <a:prstGeom prst="rect">
            <a:avLst/>
          </a:prstGeom>
          <a:solidFill>
            <a:srgbClr val="007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27" name="FarbBox10">
            <a:extLst>
              <a:ext uri="{FF2B5EF4-FFF2-40B4-BE49-F238E27FC236}">
                <a16:creationId xmlns:a16="http://schemas.microsoft.com/office/drawing/2014/main" id="{03D313BB-8A1F-B4F5-516C-C8AA5C73D979}"/>
              </a:ext>
            </a:extLst>
          </p:cNvPr>
          <p:cNvSpPr/>
          <p:nvPr/>
        </p:nvSpPr>
        <p:spPr>
          <a:xfrm>
            <a:off x="4005263" y="5797550"/>
            <a:ext cx="468312" cy="252413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err="1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12FA954-6EF0-AAB2-5735-E19D9379BEA9}"/>
              </a:ext>
            </a:extLst>
          </p:cNvPr>
          <p:cNvSpPr txBox="1"/>
          <p:nvPr/>
        </p:nvSpPr>
        <p:spPr>
          <a:xfrm>
            <a:off x="4581525" y="4373563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255, 88, 0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9614D8F-9A75-C439-FC40-843D4CC90FFC}"/>
              </a:ext>
            </a:extLst>
          </p:cNvPr>
          <p:cNvSpPr txBox="1"/>
          <p:nvPr/>
        </p:nvSpPr>
        <p:spPr>
          <a:xfrm>
            <a:off x="4581525" y="1931988"/>
            <a:ext cx="1008063" cy="16033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164, 167, 170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D7F0BB4-1786-D18C-F635-D5FB1066F570}"/>
              </a:ext>
            </a:extLst>
          </p:cNvPr>
          <p:cNvSpPr txBox="1"/>
          <p:nvPr/>
        </p:nvSpPr>
        <p:spPr>
          <a:xfrm>
            <a:off x="4581525" y="2265363"/>
            <a:ext cx="8699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43, 88, 133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2BB2AF0-91FC-30F9-5367-FEF65D21926D}"/>
              </a:ext>
            </a:extLst>
          </p:cNvPr>
          <p:cNvSpPr txBox="1"/>
          <p:nvPr/>
        </p:nvSpPr>
        <p:spPr>
          <a:xfrm>
            <a:off x="4581525" y="2598738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43, 48, 53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35BAEBC-E478-1F00-B9C8-FBCEA9BC016C}"/>
              </a:ext>
            </a:extLst>
          </p:cNvPr>
          <p:cNvSpPr txBox="1"/>
          <p:nvPr/>
        </p:nvSpPr>
        <p:spPr>
          <a:xfrm>
            <a:off x="4581525" y="2932113"/>
            <a:ext cx="1008063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103, 108, 113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814496F-8999-04F5-2666-3CF35C969ACE}"/>
              </a:ext>
            </a:extLst>
          </p:cNvPr>
          <p:cNvSpPr txBox="1"/>
          <p:nvPr/>
        </p:nvSpPr>
        <p:spPr>
          <a:xfrm>
            <a:off x="4581525" y="3265488"/>
            <a:ext cx="1008063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184, 208, 232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7FC1F06-CF93-1395-0BAD-856F2EAE30F8}"/>
              </a:ext>
            </a:extLst>
          </p:cNvPr>
          <p:cNvSpPr txBox="1"/>
          <p:nvPr/>
        </p:nvSpPr>
        <p:spPr>
          <a:xfrm>
            <a:off x="4581525" y="3600450"/>
            <a:ext cx="1008063" cy="1603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227, 229, 230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2AC5353-70A6-0BCE-0D6C-1A8E403CEE98}"/>
              </a:ext>
            </a:extLst>
          </p:cNvPr>
          <p:cNvSpPr txBox="1"/>
          <p:nvPr/>
        </p:nvSpPr>
        <p:spPr>
          <a:xfrm>
            <a:off x="4581525" y="5172075"/>
            <a:ext cx="731838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180, 0, 0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585C8CE-51CE-0A6D-CE5F-0FAC7B8E5BBF}"/>
              </a:ext>
            </a:extLst>
          </p:cNvPr>
          <p:cNvSpPr txBox="1"/>
          <p:nvPr/>
        </p:nvSpPr>
        <p:spPr>
          <a:xfrm>
            <a:off x="4581525" y="5507038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0, 120, 10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137F529-7AF7-2E44-D171-0D2117050079}"/>
              </a:ext>
            </a:extLst>
          </p:cNvPr>
          <p:cNvSpPr txBox="1"/>
          <p:nvPr/>
        </p:nvSpPr>
        <p:spPr>
          <a:xfrm>
            <a:off x="4581525" y="5843588"/>
            <a:ext cx="869950" cy="16033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latin typeface="+mn-lt"/>
              </a:rPr>
              <a:t>RGB 255, 205, 0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D661A53-EDC8-3E7F-0C28-14354A01A0C1}"/>
              </a:ext>
            </a:extLst>
          </p:cNvPr>
          <p:cNvSpPr txBox="1"/>
          <p:nvPr/>
        </p:nvSpPr>
        <p:spPr>
          <a:xfrm>
            <a:off x="5902325" y="4373563"/>
            <a:ext cx="1223963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Color for accentuation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E906388-35C5-6C78-A422-6A393F4AF51B}"/>
              </a:ext>
            </a:extLst>
          </p:cNvPr>
          <p:cNvSpPr txBox="1"/>
          <p:nvPr/>
        </p:nvSpPr>
        <p:spPr>
          <a:xfrm>
            <a:off x="5902325" y="1931988"/>
            <a:ext cx="1979613" cy="16033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Standard color for diagrams (preset)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DDBFC9D2-F4F5-EF30-93AA-8E199F714B0C}"/>
              </a:ext>
            </a:extLst>
          </p:cNvPr>
          <p:cNvSpPr txBox="1"/>
          <p:nvPr/>
        </p:nvSpPr>
        <p:spPr>
          <a:xfrm>
            <a:off x="5902325" y="2265363"/>
            <a:ext cx="1979613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Standard color for diagrams (preset)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2B62F5B-1502-354E-66D1-0DA55361058B}"/>
              </a:ext>
            </a:extLst>
          </p:cNvPr>
          <p:cNvSpPr txBox="1"/>
          <p:nvPr/>
        </p:nvSpPr>
        <p:spPr>
          <a:xfrm>
            <a:off x="5902325" y="2598738"/>
            <a:ext cx="1979613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Standard color for diagrams (preset)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05B8B15-5D38-DCE5-E163-23568DDDDD50}"/>
              </a:ext>
            </a:extLst>
          </p:cNvPr>
          <p:cNvSpPr txBox="1"/>
          <p:nvPr/>
        </p:nvSpPr>
        <p:spPr>
          <a:xfrm>
            <a:off x="5902325" y="2932113"/>
            <a:ext cx="1979613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Standard color for diagrams (preset)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92F7F958-7302-D9E2-1749-FEAE6F63D104}"/>
              </a:ext>
            </a:extLst>
          </p:cNvPr>
          <p:cNvSpPr txBox="1"/>
          <p:nvPr/>
        </p:nvSpPr>
        <p:spPr>
          <a:xfrm>
            <a:off x="5902325" y="3265488"/>
            <a:ext cx="1979613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Standard color for diagrams (preset)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1DC7862A-CACC-1C5C-0831-AF5041621965}"/>
              </a:ext>
            </a:extLst>
          </p:cNvPr>
          <p:cNvSpPr txBox="1"/>
          <p:nvPr/>
        </p:nvSpPr>
        <p:spPr>
          <a:xfrm>
            <a:off x="5902325" y="3600450"/>
            <a:ext cx="2555875" cy="3222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Standard color for diagrams</a:t>
            </a:r>
            <a:br>
              <a:rPr lang="en-US" sz="1050" dirty="0">
                <a:solidFill>
                  <a:srgbClr val="737B82"/>
                </a:solidFill>
                <a:latin typeface="+mn-lt"/>
              </a:rPr>
            </a:br>
            <a:r>
              <a:rPr lang="en-US" sz="1050" dirty="0">
                <a:solidFill>
                  <a:srgbClr val="737B82"/>
                </a:solidFill>
                <a:latin typeface="+mn-lt"/>
              </a:rPr>
              <a:t>(additional color needs to be chosen manually)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C1D22A9-62E4-B334-2499-4773F0F4396A}"/>
              </a:ext>
            </a:extLst>
          </p:cNvPr>
          <p:cNvSpPr txBox="1"/>
          <p:nvPr/>
        </p:nvSpPr>
        <p:spPr>
          <a:xfrm>
            <a:off x="5902325" y="5172075"/>
            <a:ext cx="20066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Additional color for special mentions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B840AEC-3536-32E5-C39D-32E91E0BB3A4}"/>
              </a:ext>
            </a:extLst>
          </p:cNvPr>
          <p:cNvSpPr txBox="1"/>
          <p:nvPr/>
        </p:nvSpPr>
        <p:spPr>
          <a:xfrm>
            <a:off x="5902325" y="5507038"/>
            <a:ext cx="20066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Additional color for special mentions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771958B-4292-5E57-A071-DB749A034DF8}"/>
              </a:ext>
            </a:extLst>
          </p:cNvPr>
          <p:cNvSpPr txBox="1"/>
          <p:nvPr/>
        </p:nvSpPr>
        <p:spPr>
          <a:xfrm>
            <a:off x="5902325" y="5843588"/>
            <a:ext cx="2006600" cy="16033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158" eaLnBrk="1" fontAlgn="auto" hangingPunct="1">
              <a:spcBef>
                <a:spcPct val="50000"/>
              </a:spcBef>
              <a:defRPr/>
            </a:pPr>
            <a:r>
              <a:rPr lang="en-US" sz="1050" dirty="0">
                <a:solidFill>
                  <a:srgbClr val="737B82"/>
                </a:solidFill>
                <a:latin typeface="+mn-lt"/>
              </a:rPr>
              <a:t>Additional color for special mentions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8B7E425-738F-3D01-8F67-3325AAF197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874713" y="4057650"/>
            <a:ext cx="2155825" cy="1397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Freihandform 3">
            <a:extLst>
              <a:ext uri="{FF2B5EF4-FFF2-40B4-BE49-F238E27FC236}">
                <a16:creationId xmlns:a16="http://schemas.microsoft.com/office/drawing/2014/main" id="{2AF0FF14-63DF-D20B-5F3D-8CBA71A1404E}"/>
              </a:ext>
            </a:extLst>
          </p:cNvPr>
          <p:cNvSpPr/>
          <p:nvPr/>
        </p:nvSpPr>
        <p:spPr>
          <a:xfrm flipH="1">
            <a:off x="1851025" y="2000250"/>
            <a:ext cx="2120900" cy="2478088"/>
          </a:xfrm>
          <a:custGeom>
            <a:avLst/>
            <a:gdLst>
              <a:gd name="connsiteX0" fmla="*/ 6419850 w 6419850"/>
              <a:gd name="connsiteY0" fmla="*/ 1323975 h 1323975"/>
              <a:gd name="connsiteX1" fmla="*/ 6419850 w 6419850"/>
              <a:gd name="connsiteY1" fmla="*/ 0 h 1323975"/>
              <a:gd name="connsiteX2" fmla="*/ 0 w 6419850"/>
              <a:gd name="connsiteY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9850" h="1323975">
                <a:moveTo>
                  <a:pt x="6419850" y="1323975"/>
                </a:moveTo>
                <a:lnTo>
                  <a:pt x="641985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head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0" name="Freihandform 49">
            <a:extLst>
              <a:ext uri="{FF2B5EF4-FFF2-40B4-BE49-F238E27FC236}">
                <a16:creationId xmlns:a16="http://schemas.microsoft.com/office/drawing/2014/main" id="{09B755D0-C25C-F35B-8BF3-16A790EFA5FC}"/>
              </a:ext>
            </a:extLst>
          </p:cNvPr>
          <p:cNvSpPr/>
          <p:nvPr/>
        </p:nvSpPr>
        <p:spPr>
          <a:xfrm flipH="1">
            <a:off x="2058988" y="2343150"/>
            <a:ext cx="1912937" cy="2135188"/>
          </a:xfrm>
          <a:custGeom>
            <a:avLst/>
            <a:gdLst>
              <a:gd name="connsiteX0" fmla="*/ 6419850 w 6419850"/>
              <a:gd name="connsiteY0" fmla="*/ 1323975 h 1323975"/>
              <a:gd name="connsiteX1" fmla="*/ 6419850 w 6419850"/>
              <a:gd name="connsiteY1" fmla="*/ 0 h 1323975"/>
              <a:gd name="connsiteX2" fmla="*/ 0 w 6419850"/>
              <a:gd name="connsiteY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9850" h="1323975">
                <a:moveTo>
                  <a:pt x="6419850" y="1323975"/>
                </a:moveTo>
                <a:lnTo>
                  <a:pt x="641985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head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1" name="Freihandform 50">
            <a:extLst>
              <a:ext uri="{FF2B5EF4-FFF2-40B4-BE49-F238E27FC236}">
                <a16:creationId xmlns:a16="http://schemas.microsoft.com/office/drawing/2014/main" id="{8FE7738E-3732-1ED3-C385-33223D3EC88A}"/>
              </a:ext>
            </a:extLst>
          </p:cNvPr>
          <p:cNvSpPr/>
          <p:nvPr/>
        </p:nvSpPr>
        <p:spPr>
          <a:xfrm flipH="1">
            <a:off x="2271713" y="2667000"/>
            <a:ext cx="1700212" cy="1811338"/>
          </a:xfrm>
          <a:custGeom>
            <a:avLst/>
            <a:gdLst>
              <a:gd name="connsiteX0" fmla="*/ 6419850 w 6419850"/>
              <a:gd name="connsiteY0" fmla="*/ 1323975 h 1323975"/>
              <a:gd name="connsiteX1" fmla="*/ 6419850 w 6419850"/>
              <a:gd name="connsiteY1" fmla="*/ 0 h 1323975"/>
              <a:gd name="connsiteX2" fmla="*/ 0 w 6419850"/>
              <a:gd name="connsiteY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9850" h="1323975">
                <a:moveTo>
                  <a:pt x="6419850" y="1323975"/>
                </a:moveTo>
                <a:lnTo>
                  <a:pt x="641985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head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2" name="Freihandform 51">
            <a:extLst>
              <a:ext uri="{FF2B5EF4-FFF2-40B4-BE49-F238E27FC236}">
                <a16:creationId xmlns:a16="http://schemas.microsoft.com/office/drawing/2014/main" id="{4BCD6E56-B942-3577-A0A9-49801BBAD5F0}"/>
              </a:ext>
            </a:extLst>
          </p:cNvPr>
          <p:cNvSpPr/>
          <p:nvPr/>
        </p:nvSpPr>
        <p:spPr>
          <a:xfrm flipH="1">
            <a:off x="2490788" y="3000375"/>
            <a:ext cx="1481137" cy="1477963"/>
          </a:xfrm>
          <a:custGeom>
            <a:avLst/>
            <a:gdLst>
              <a:gd name="connsiteX0" fmla="*/ 6419850 w 6419850"/>
              <a:gd name="connsiteY0" fmla="*/ 1323975 h 1323975"/>
              <a:gd name="connsiteX1" fmla="*/ 6419850 w 6419850"/>
              <a:gd name="connsiteY1" fmla="*/ 0 h 1323975"/>
              <a:gd name="connsiteX2" fmla="*/ 0 w 6419850"/>
              <a:gd name="connsiteY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9850" h="1323975">
                <a:moveTo>
                  <a:pt x="6419850" y="1323975"/>
                </a:moveTo>
                <a:lnTo>
                  <a:pt x="641985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head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3" name="Freihandform 52">
            <a:extLst>
              <a:ext uri="{FF2B5EF4-FFF2-40B4-BE49-F238E27FC236}">
                <a16:creationId xmlns:a16="http://schemas.microsoft.com/office/drawing/2014/main" id="{A8AA178D-3875-1DB5-1F9B-7B2A1DDBB68A}"/>
              </a:ext>
            </a:extLst>
          </p:cNvPr>
          <p:cNvSpPr/>
          <p:nvPr/>
        </p:nvSpPr>
        <p:spPr>
          <a:xfrm flipH="1">
            <a:off x="2697163" y="3343275"/>
            <a:ext cx="1274762" cy="1135063"/>
          </a:xfrm>
          <a:custGeom>
            <a:avLst/>
            <a:gdLst>
              <a:gd name="connsiteX0" fmla="*/ 6419850 w 6419850"/>
              <a:gd name="connsiteY0" fmla="*/ 1323975 h 1323975"/>
              <a:gd name="connsiteX1" fmla="*/ 6419850 w 6419850"/>
              <a:gd name="connsiteY1" fmla="*/ 0 h 1323975"/>
              <a:gd name="connsiteX2" fmla="*/ 0 w 6419850"/>
              <a:gd name="connsiteY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9850" h="1323975">
                <a:moveTo>
                  <a:pt x="6419850" y="1323975"/>
                </a:moveTo>
                <a:lnTo>
                  <a:pt x="641985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head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7C098E4-449D-18B7-6D90-97A88BDB2962}"/>
              </a:ext>
            </a:extLst>
          </p:cNvPr>
          <p:cNvCxnSpPr/>
          <p:nvPr/>
        </p:nvCxnSpPr>
        <p:spPr>
          <a:xfrm>
            <a:off x="2914650" y="4478338"/>
            <a:ext cx="1057275" cy="0"/>
          </a:xfrm>
          <a:prstGeom prst="line">
            <a:avLst/>
          </a:prstGeom>
          <a:ln w="12700">
            <a:solidFill>
              <a:schemeClr val="tx1"/>
            </a:solidFill>
            <a:headEnd type="oval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9357C47B-D62D-50F6-F8ED-1AE173436528}"/>
              </a:ext>
            </a:extLst>
          </p:cNvPr>
          <p:cNvSpPr/>
          <p:nvPr/>
        </p:nvSpPr>
        <p:spPr>
          <a:xfrm>
            <a:off x="1209675" y="3690938"/>
            <a:ext cx="2762250" cy="1014412"/>
          </a:xfrm>
          <a:custGeom>
            <a:avLst/>
            <a:gdLst>
              <a:gd name="connsiteX0" fmla="*/ 0 w 2652713"/>
              <a:gd name="connsiteY0" fmla="*/ 947737 h 947737"/>
              <a:gd name="connsiteX1" fmla="*/ 0 w 2652713"/>
              <a:gd name="connsiteY1" fmla="*/ 0 h 947737"/>
              <a:gd name="connsiteX2" fmla="*/ 2652713 w 2652713"/>
              <a:gd name="connsiteY2" fmla="*/ 0 h 947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2713" h="947737">
                <a:moveTo>
                  <a:pt x="0" y="947737"/>
                </a:moveTo>
                <a:lnTo>
                  <a:pt x="0" y="0"/>
                </a:lnTo>
                <a:lnTo>
                  <a:pt x="2652713" y="0"/>
                </a:lnTo>
              </a:path>
            </a:pathLst>
          </a:custGeom>
          <a:noFill/>
          <a:ln w="12700">
            <a:solidFill>
              <a:schemeClr val="tx1"/>
            </a:solidFill>
            <a:head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el 4">
            <a:extLst>
              <a:ext uri="{FF2B5EF4-FFF2-40B4-BE49-F238E27FC236}">
                <a16:creationId xmlns:a16="http://schemas.microsoft.com/office/drawing/2014/main" id="{C409096C-9B89-4052-1243-A03102D3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Headline Pie Chart</a:t>
            </a:r>
          </a:p>
        </p:txBody>
      </p:sp>
      <p:sp>
        <p:nvSpPr>
          <p:cNvPr id="77827" name="BainBulletsConfiguration" hidden="1">
            <a:extLst>
              <a:ext uri="{FF2B5EF4-FFF2-40B4-BE49-F238E27FC236}">
                <a16:creationId xmlns:a16="http://schemas.microsoft.com/office/drawing/2014/main" id="{14C8B5C6-EEBC-2748-3D58-5D0235C64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graphicFrame>
        <p:nvGraphicFramePr>
          <p:cNvPr id="77828" name="Diagrammplatzhalter 5">
            <a:extLst>
              <a:ext uri="{FF2B5EF4-FFF2-40B4-BE49-F238E27FC236}">
                <a16:creationId xmlns:a16="http://schemas.microsoft.com/office/drawing/2014/main" id="{7C660FD4-477E-D6C7-FCC6-10A30A013F5C}"/>
              </a:ext>
            </a:extLst>
          </p:cNvPr>
          <p:cNvGraphicFramePr>
            <a:graphicFrameLocks noGrp="1"/>
          </p:cNvGraphicFramePr>
          <p:nvPr>
            <p:ph type="chart" sz="quarter" idx="13"/>
          </p:nvPr>
        </p:nvGraphicFramePr>
        <p:xfrm>
          <a:off x="1719263" y="2198688"/>
          <a:ext cx="7620000" cy="378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626757" imgH="3798137" progId="Excel.Chart.8">
                  <p:embed/>
                </p:oleObj>
              </mc:Choice>
              <mc:Fallback>
                <p:oleObj name="Chart" r:id="rId3" imgW="7626757" imgH="3798137" progId="Excel.Chart.8">
                  <p:embed/>
                  <p:pic>
                    <p:nvPicPr>
                      <p:cNvPr id="0" name="Diagrammplatzhalt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2198688"/>
                        <a:ext cx="7620000" cy="3789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el 2">
            <a:extLst>
              <a:ext uri="{FF2B5EF4-FFF2-40B4-BE49-F238E27FC236}">
                <a16:creationId xmlns:a16="http://schemas.microsoft.com/office/drawing/2014/main" id="{79020A46-42B8-7E5B-682D-BC8D105D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Headline Circle Chart</a:t>
            </a:r>
          </a:p>
        </p:txBody>
      </p:sp>
      <p:sp>
        <p:nvSpPr>
          <p:cNvPr id="79875" name="BainBulletsConfiguration" hidden="1">
            <a:extLst>
              <a:ext uri="{FF2B5EF4-FFF2-40B4-BE49-F238E27FC236}">
                <a16:creationId xmlns:a16="http://schemas.microsoft.com/office/drawing/2014/main" id="{4735FC1A-7EDA-0364-57E4-D895C6379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graphicFrame>
        <p:nvGraphicFramePr>
          <p:cNvPr id="79876" name="Diagrammplatzhalter 5">
            <a:extLst>
              <a:ext uri="{FF2B5EF4-FFF2-40B4-BE49-F238E27FC236}">
                <a16:creationId xmlns:a16="http://schemas.microsoft.com/office/drawing/2014/main" id="{1B871846-625C-A057-CBB3-167B5BBFFA0B}"/>
              </a:ext>
            </a:extLst>
          </p:cNvPr>
          <p:cNvGraphicFramePr>
            <a:graphicFrameLocks noGrp="1"/>
          </p:cNvGraphicFramePr>
          <p:nvPr>
            <p:ph type="chart" sz="quarter" idx="13"/>
          </p:nvPr>
        </p:nvGraphicFramePr>
        <p:xfrm>
          <a:off x="1719263" y="2198688"/>
          <a:ext cx="7620000" cy="378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626757" imgH="3798137" progId="Excel.Chart.8">
                  <p:embed/>
                </p:oleObj>
              </mc:Choice>
              <mc:Fallback>
                <p:oleObj name="Chart" r:id="rId3" imgW="7626757" imgH="3798137" progId="Excel.Chart.8">
                  <p:embed/>
                  <p:pic>
                    <p:nvPicPr>
                      <p:cNvPr id="0" name="Diagrammplatzhalt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2198688"/>
                        <a:ext cx="7620000" cy="3789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el 2">
            <a:extLst>
              <a:ext uri="{FF2B5EF4-FFF2-40B4-BE49-F238E27FC236}">
                <a16:creationId xmlns:a16="http://schemas.microsoft.com/office/drawing/2014/main" id="{4162A77C-BD97-F97A-215E-33ACDC0B8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Headline Bar Chart</a:t>
            </a:r>
          </a:p>
        </p:txBody>
      </p:sp>
      <p:sp>
        <p:nvSpPr>
          <p:cNvPr id="81923" name="Textplatzhalter 4">
            <a:extLst>
              <a:ext uri="{FF2B5EF4-FFF2-40B4-BE49-F238E27FC236}">
                <a16:creationId xmlns:a16="http://schemas.microsoft.com/office/drawing/2014/main" id="{6B359FA6-B9F4-FFF5-1D40-BB3F0BC68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4865688" y="5956300"/>
            <a:ext cx="2030412" cy="276225"/>
          </a:xfrm>
        </p:spPr>
        <p:txBody>
          <a:bodyPr numCol="1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81924" name="BainBulletsConfiguration" hidden="1">
            <a:extLst>
              <a:ext uri="{FF2B5EF4-FFF2-40B4-BE49-F238E27FC236}">
                <a16:creationId xmlns:a16="http://schemas.microsoft.com/office/drawing/2014/main" id="{C66E06F6-06D0-E9E4-2452-8C12B905B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graphicFrame>
        <p:nvGraphicFramePr>
          <p:cNvPr id="81925" name="Diagrammplatzhalter 6">
            <a:extLst>
              <a:ext uri="{FF2B5EF4-FFF2-40B4-BE49-F238E27FC236}">
                <a16:creationId xmlns:a16="http://schemas.microsoft.com/office/drawing/2014/main" id="{B540FCDC-557C-4F2E-8B0D-FD262ACB73F7}"/>
              </a:ext>
            </a:extLst>
          </p:cNvPr>
          <p:cNvGraphicFramePr>
            <a:graphicFrameLocks noGrp="1"/>
          </p:cNvGraphicFramePr>
          <p:nvPr>
            <p:ph type="chart" sz="quarter" idx="14"/>
          </p:nvPr>
        </p:nvGraphicFramePr>
        <p:xfrm>
          <a:off x="857250" y="2197100"/>
          <a:ext cx="10483850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0492125" imgH="3798137" progId="Excel.Chart.8">
                  <p:embed/>
                </p:oleObj>
              </mc:Choice>
              <mc:Fallback>
                <p:oleObj name="Chart" r:id="rId3" imgW="10492125" imgH="3798137" progId="Excel.Chart.8">
                  <p:embed/>
                  <p:pic>
                    <p:nvPicPr>
                      <p:cNvPr id="0" name="Diagrammplatzhalter 6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197100"/>
                        <a:ext cx="10483850" cy="3794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el 4">
            <a:extLst>
              <a:ext uri="{FF2B5EF4-FFF2-40B4-BE49-F238E27FC236}">
                <a16:creationId xmlns:a16="http://schemas.microsoft.com/office/drawing/2014/main" id="{E2356ECF-D3AB-C247-50C0-F02F1B9C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Headline Histogram</a:t>
            </a:r>
          </a:p>
        </p:txBody>
      </p:sp>
      <p:sp>
        <p:nvSpPr>
          <p:cNvPr id="83971" name="Textplatzhalter 5">
            <a:extLst>
              <a:ext uri="{FF2B5EF4-FFF2-40B4-BE49-F238E27FC236}">
                <a16:creationId xmlns:a16="http://schemas.microsoft.com/office/drawing/2014/main" id="{B7B9B235-2818-6D9A-7786-AD01AB92E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908050" y="1943100"/>
            <a:ext cx="2030413" cy="276225"/>
          </a:xfrm>
        </p:spPr>
        <p:txBody>
          <a:bodyPr numCol="1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83972" name="BainBulletsConfiguration" hidden="1">
            <a:extLst>
              <a:ext uri="{FF2B5EF4-FFF2-40B4-BE49-F238E27FC236}">
                <a16:creationId xmlns:a16="http://schemas.microsoft.com/office/drawing/2014/main" id="{E359D943-175B-76B5-485E-6EB58EB04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graphicFrame>
        <p:nvGraphicFramePr>
          <p:cNvPr id="83973" name="Diagrammplatzhalter 7">
            <a:extLst>
              <a:ext uri="{FF2B5EF4-FFF2-40B4-BE49-F238E27FC236}">
                <a16:creationId xmlns:a16="http://schemas.microsoft.com/office/drawing/2014/main" id="{741C935B-F629-75E5-1814-1A20C2FDD9A5}"/>
              </a:ext>
            </a:extLst>
          </p:cNvPr>
          <p:cNvGraphicFramePr>
            <a:graphicFrameLocks noGrp="1"/>
          </p:cNvGraphicFramePr>
          <p:nvPr>
            <p:ph type="chart" sz="quarter" idx="15"/>
          </p:nvPr>
        </p:nvGraphicFramePr>
        <p:xfrm>
          <a:off x="857250" y="2197100"/>
          <a:ext cx="10483850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0492125" imgH="3798137" progId="Excel.Chart.8">
                  <p:embed/>
                </p:oleObj>
              </mc:Choice>
              <mc:Fallback>
                <p:oleObj name="Chart" r:id="rId3" imgW="10492125" imgH="3798137" progId="Excel.Chart.8">
                  <p:embed/>
                  <p:pic>
                    <p:nvPicPr>
                      <p:cNvPr id="0" name="Diagrammplatzhalter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197100"/>
                        <a:ext cx="10483850" cy="3794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el 2">
            <a:extLst>
              <a:ext uri="{FF2B5EF4-FFF2-40B4-BE49-F238E27FC236}">
                <a16:creationId xmlns:a16="http://schemas.microsoft.com/office/drawing/2014/main" id="{B942552D-C77A-B0BC-0EDA-41EF7529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Headline Line Chart</a:t>
            </a:r>
          </a:p>
        </p:txBody>
      </p:sp>
      <p:sp>
        <p:nvSpPr>
          <p:cNvPr id="86019" name="Textplatzhalter 4">
            <a:extLst>
              <a:ext uri="{FF2B5EF4-FFF2-40B4-BE49-F238E27FC236}">
                <a16:creationId xmlns:a16="http://schemas.microsoft.com/office/drawing/2014/main" id="{5C954BA4-89DC-0ABB-8D07-CB455EE4C0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4395788" y="5956300"/>
            <a:ext cx="2030412" cy="276225"/>
          </a:xfrm>
        </p:spPr>
        <p:txBody>
          <a:bodyPr numCol="1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86020" name="Textplatzhalter 5">
            <a:extLst>
              <a:ext uri="{FF2B5EF4-FFF2-40B4-BE49-F238E27FC236}">
                <a16:creationId xmlns:a16="http://schemas.microsoft.com/office/drawing/2014/main" id="{08CC3FC5-078E-3A62-6F56-22F8CBA0D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908050" y="1943100"/>
            <a:ext cx="2030413" cy="276225"/>
          </a:xfrm>
        </p:spPr>
        <p:txBody>
          <a:bodyPr numCol="1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86021" name="BainBulletsConfiguration" hidden="1">
            <a:extLst>
              <a:ext uri="{FF2B5EF4-FFF2-40B4-BE49-F238E27FC236}">
                <a16:creationId xmlns:a16="http://schemas.microsoft.com/office/drawing/2014/main" id="{0478C5CA-3E77-F2E5-4BFC-9A666B29F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graphicFrame>
        <p:nvGraphicFramePr>
          <p:cNvPr id="86022" name="Diagrammplatzhalter 7">
            <a:extLst>
              <a:ext uri="{FF2B5EF4-FFF2-40B4-BE49-F238E27FC236}">
                <a16:creationId xmlns:a16="http://schemas.microsoft.com/office/drawing/2014/main" id="{BF581377-B4CE-2920-9B1A-CBB2BA9878F1}"/>
              </a:ext>
            </a:extLst>
          </p:cNvPr>
          <p:cNvGraphicFramePr>
            <a:graphicFrameLocks noGrp="1"/>
          </p:cNvGraphicFramePr>
          <p:nvPr>
            <p:ph type="chart" sz="quarter" idx="15"/>
          </p:nvPr>
        </p:nvGraphicFramePr>
        <p:xfrm>
          <a:off x="857250" y="2197100"/>
          <a:ext cx="10483850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0492125" imgH="3798137" progId="Excel.Chart.8">
                  <p:embed/>
                </p:oleObj>
              </mc:Choice>
              <mc:Fallback>
                <p:oleObj name="Chart" r:id="rId3" imgW="10492125" imgH="3798137" progId="Excel.Chart.8">
                  <p:embed/>
                  <p:pic>
                    <p:nvPicPr>
                      <p:cNvPr id="0" name="Diagrammplatzhalter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197100"/>
                        <a:ext cx="10483850" cy="3794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platzhalter 24">
            <a:extLst>
              <a:ext uri="{FF2B5EF4-FFF2-40B4-BE49-F238E27FC236}">
                <a16:creationId xmlns:a16="http://schemas.microsoft.com/office/drawing/2014/main" id="{5428C0EE-4F33-F172-0B12-FD487F54AC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auto">
          <a:xfrm>
            <a:off x="781050" y="1927225"/>
            <a:ext cx="4102100" cy="13811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8067" name="Textplatzhalter 25">
            <a:extLst>
              <a:ext uri="{FF2B5EF4-FFF2-40B4-BE49-F238E27FC236}">
                <a16:creationId xmlns:a16="http://schemas.microsoft.com/office/drawing/2014/main" id="{1330DD97-0E17-7410-23EA-6C1A4E3A43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auto">
          <a:xfrm>
            <a:off x="6537325" y="1927225"/>
            <a:ext cx="4102100" cy="13811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8068" name="Textplatzhalter 26">
            <a:extLst>
              <a:ext uri="{FF2B5EF4-FFF2-40B4-BE49-F238E27FC236}">
                <a16:creationId xmlns:a16="http://schemas.microsoft.com/office/drawing/2014/main" id="{B430F384-7F46-CA90-DAAF-963042BEE9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auto">
          <a:xfrm>
            <a:off x="781050" y="4206875"/>
            <a:ext cx="4102100" cy="1397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8069" name="Textplatzhalter 27">
            <a:extLst>
              <a:ext uri="{FF2B5EF4-FFF2-40B4-BE49-F238E27FC236}">
                <a16:creationId xmlns:a16="http://schemas.microsoft.com/office/drawing/2014/main" id="{FA59564C-6C01-6CFA-87BE-BF61CF2668C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auto">
          <a:xfrm>
            <a:off x="6537325" y="4206875"/>
            <a:ext cx="4102100" cy="1397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/>
          </a:p>
        </p:txBody>
      </p:sp>
      <p:sp>
        <p:nvSpPr>
          <p:cNvPr id="88070" name="Titel 5">
            <a:extLst>
              <a:ext uri="{FF2B5EF4-FFF2-40B4-BE49-F238E27FC236}">
                <a16:creationId xmlns:a16="http://schemas.microsoft.com/office/drawing/2014/main" id="{98CAC3C1-4230-0EE0-8EF8-101B8717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Headline Chart Overview</a:t>
            </a:r>
          </a:p>
        </p:txBody>
      </p:sp>
      <p:sp>
        <p:nvSpPr>
          <p:cNvPr id="88071" name="BainBulletsConfiguration" hidden="1">
            <a:extLst>
              <a:ext uri="{FF2B5EF4-FFF2-40B4-BE49-F238E27FC236}">
                <a16:creationId xmlns:a16="http://schemas.microsoft.com/office/drawing/2014/main" id="{4857C015-4992-A255-4019-4197421D2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graphicFrame>
        <p:nvGraphicFramePr>
          <p:cNvPr id="88072" name="Diagrammplatzhalter 5">
            <a:extLst>
              <a:ext uri="{FF2B5EF4-FFF2-40B4-BE49-F238E27FC236}">
                <a16:creationId xmlns:a16="http://schemas.microsoft.com/office/drawing/2014/main" id="{1E394962-9ABD-9C74-6FEA-91E707D5BBB7}"/>
              </a:ext>
            </a:extLst>
          </p:cNvPr>
          <p:cNvGraphicFramePr>
            <a:graphicFrameLocks noGrp="1"/>
          </p:cNvGraphicFramePr>
          <p:nvPr>
            <p:ph type="chart" sz="quarter" idx="25"/>
          </p:nvPr>
        </p:nvGraphicFramePr>
        <p:xfrm>
          <a:off x="730250" y="2043113"/>
          <a:ext cx="4930775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938188" imgH="1975275" progId="Excel.Chart.8">
                  <p:embed/>
                </p:oleObj>
              </mc:Choice>
              <mc:Fallback>
                <p:oleObj name="Chart" r:id="rId3" imgW="4938188" imgH="1975275" progId="Excel.Chart.8">
                  <p:embed/>
                  <p:pic>
                    <p:nvPicPr>
                      <p:cNvPr id="0" name="Diagrammplatzhalt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2043113"/>
                        <a:ext cx="4930775" cy="197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Diagrammplatzhalter 5">
            <a:extLst>
              <a:ext uri="{FF2B5EF4-FFF2-40B4-BE49-F238E27FC236}">
                <a16:creationId xmlns:a16="http://schemas.microsoft.com/office/drawing/2014/main" id="{9426B24E-4F44-C02D-60D2-CC37A4A1E18A}"/>
              </a:ext>
            </a:extLst>
          </p:cNvPr>
          <p:cNvGraphicFramePr>
            <a:graphicFrameLocks noGrp="1"/>
          </p:cNvGraphicFramePr>
          <p:nvPr>
            <p:ph type="chart" sz="quarter" idx="27"/>
          </p:nvPr>
        </p:nvGraphicFramePr>
        <p:xfrm>
          <a:off x="730250" y="4322763"/>
          <a:ext cx="4930775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4938188" imgH="1975275" progId="Excel.Chart.8">
                  <p:embed/>
                </p:oleObj>
              </mc:Choice>
              <mc:Fallback>
                <p:oleObj name="Chart" r:id="rId5" imgW="4938188" imgH="1975275" progId="Excel.Chart.8">
                  <p:embed/>
                  <p:pic>
                    <p:nvPicPr>
                      <p:cNvPr id="0" name="Diagrammplatzhalt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4322763"/>
                        <a:ext cx="4930775" cy="197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Diagrammplatzhalter 7">
            <a:extLst>
              <a:ext uri="{FF2B5EF4-FFF2-40B4-BE49-F238E27FC236}">
                <a16:creationId xmlns:a16="http://schemas.microsoft.com/office/drawing/2014/main" id="{43196B8A-8C48-894D-E41D-9F7DBBAE6D97}"/>
              </a:ext>
            </a:extLst>
          </p:cNvPr>
          <p:cNvGraphicFramePr>
            <a:graphicFrameLocks noGrp="1"/>
          </p:cNvGraphicFramePr>
          <p:nvPr>
            <p:ph type="chart" sz="quarter" idx="26"/>
          </p:nvPr>
        </p:nvGraphicFramePr>
        <p:xfrm>
          <a:off x="6486525" y="2043113"/>
          <a:ext cx="5033963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5035732" imgH="1975275" progId="Excel.Chart.8">
                  <p:embed/>
                </p:oleObj>
              </mc:Choice>
              <mc:Fallback>
                <p:oleObj name="Chart" r:id="rId7" imgW="5035732" imgH="1975275" progId="Excel.Chart.8">
                  <p:embed/>
                  <p:pic>
                    <p:nvPicPr>
                      <p:cNvPr id="0" name="Diagrammplatzhalter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2043113"/>
                        <a:ext cx="5033963" cy="197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Diagrammplatzhalter 7">
            <a:extLst>
              <a:ext uri="{FF2B5EF4-FFF2-40B4-BE49-F238E27FC236}">
                <a16:creationId xmlns:a16="http://schemas.microsoft.com/office/drawing/2014/main" id="{D2CF17C5-82F7-AF8A-A8F0-9FE612304FA7}"/>
              </a:ext>
            </a:extLst>
          </p:cNvPr>
          <p:cNvGraphicFramePr>
            <a:graphicFrameLocks noGrp="1"/>
          </p:cNvGraphicFramePr>
          <p:nvPr>
            <p:ph type="chart" sz="quarter" idx="28"/>
          </p:nvPr>
        </p:nvGraphicFramePr>
        <p:xfrm>
          <a:off x="6486525" y="4322763"/>
          <a:ext cx="5033963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5035732" imgH="1975275" progId="Excel.Chart.8">
                  <p:embed/>
                </p:oleObj>
              </mc:Choice>
              <mc:Fallback>
                <p:oleObj name="Chart" r:id="rId9" imgW="5035732" imgH="1975275" progId="Excel.Chart.8">
                  <p:embed/>
                  <p:pic>
                    <p:nvPicPr>
                      <p:cNvPr id="0" name="Diagrammplatzhalter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4322763"/>
                        <a:ext cx="5033963" cy="197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lenplatzhalter 8">
            <a:extLst>
              <a:ext uri="{FF2B5EF4-FFF2-40B4-BE49-F238E27FC236}">
                <a16:creationId xmlns:a16="http://schemas.microsoft.com/office/drawing/2014/main" id="{224E133B-1F19-09E3-860D-2249CE96769C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1157288" y="2247900"/>
          <a:ext cx="9869490" cy="358775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44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4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49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469">
                <a:tc>
                  <a:txBody>
                    <a:bodyPr/>
                    <a:lstStyle/>
                    <a:p>
                      <a:pPr algn="l"/>
                      <a:endParaRPr lang="en-US" sz="1800" b="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Column 1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j-lt"/>
                        </a:rPr>
                        <a:t>Column 2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Column 3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4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Row 1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bg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4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Row 2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bg1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4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bg1"/>
                          </a:solidFill>
                          <a:latin typeface="+mn-lt"/>
                        </a:rPr>
                        <a:t>Row 3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4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Row 4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4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Row 5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4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4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737B82"/>
                          </a:solidFill>
                          <a:latin typeface="+mn-lt"/>
                        </a:rPr>
                        <a:t>…</a:t>
                      </a:r>
                    </a:p>
                  </a:txBody>
                  <a:tcPr marL="85020" marR="85020" marT="12697" marB="4571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rgbClr val="737B82"/>
                        </a:solidFill>
                        <a:latin typeface="+mn-lt"/>
                      </a:endParaRPr>
                    </a:p>
                  </a:txBody>
                  <a:tcPr marL="85020" marR="85020" marT="12697" marB="45711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175" name="Titel 1">
            <a:extLst>
              <a:ext uri="{FF2B5EF4-FFF2-40B4-BE49-F238E27FC236}">
                <a16:creationId xmlns:a16="http://schemas.microsoft.com/office/drawing/2014/main" id="{538CF48E-38D1-F412-946B-EED6A534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r>
              <a:rPr lang="en-US" altLang="sv-SE"/>
              <a:t>Headline Table</a:t>
            </a:r>
          </a:p>
        </p:txBody>
      </p:sp>
      <p:sp>
        <p:nvSpPr>
          <p:cNvPr id="90176" name="BainBulletsConfiguration" hidden="1">
            <a:extLst>
              <a:ext uri="{FF2B5EF4-FFF2-40B4-BE49-F238E27FC236}">
                <a16:creationId xmlns:a16="http://schemas.microsoft.com/office/drawing/2014/main" id="{3961143E-2187-745C-F2D3-DE0B74EE2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nplatzhalter 7">
            <a:extLst>
              <a:ext uri="{FF2B5EF4-FFF2-40B4-BE49-F238E27FC236}">
                <a16:creationId xmlns:a16="http://schemas.microsoft.com/office/drawing/2014/main" id="{73DF1257-2313-8FEE-BAD4-307C0760BEF6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1157288" y="2247900"/>
          <a:ext cx="9867900" cy="25955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4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Column 1</a:t>
                      </a:r>
                    </a:p>
                  </a:txBody>
                  <a:tcPr marL="91436" marR="91436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Column 2</a:t>
                      </a:r>
                    </a:p>
                  </a:txBody>
                  <a:tcPr marL="91436" marR="91436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Column 3</a:t>
                      </a:r>
                    </a:p>
                  </a:txBody>
                  <a:tcPr marL="91436" marR="91436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…</a:t>
                      </a:r>
                    </a:p>
                  </a:txBody>
                  <a:tcPr marL="91436" marR="91436" marT="45714" marB="45714"/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1436" marR="91436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Row 1</a:t>
                      </a:r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Content</a:t>
                      </a:r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Row 2</a:t>
                      </a:r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Row 3</a:t>
                      </a:r>
                    </a:p>
                  </a:txBody>
                  <a:tcPr marL="91436" marR="91436" marT="45714" marB="45714">
                    <a:solidFill>
                      <a:srgbClr val="FFBC9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rgbClr val="FFBC9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rgbClr val="FFBC9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rgbClr val="FFBC9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rgbClr val="FFBC9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rgbClr val="FFBC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Row 4</a:t>
                      </a:r>
                    </a:p>
                  </a:txBody>
                  <a:tcPr marL="91436" marR="91436" marT="45714" marB="45714">
                    <a:solidFill>
                      <a:srgbClr val="FF5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 marT="45714" marB="45714">
                    <a:solidFill>
                      <a:srgbClr val="FF5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 marT="45714" marB="45714">
                    <a:solidFill>
                      <a:srgbClr val="FF5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 marT="45714" marB="45714">
                    <a:solidFill>
                      <a:srgbClr val="FF5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 marT="45714" marB="45714">
                    <a:solidFill>
                      <a:srgbClr val="FF5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 marT="45714" marB="45714">
                    <a:solidFill>
                      <a:srgbClr val="FF5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Row 5</a:t>
                      </a:r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Row 6</a:t>
                      </a:r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14" marB="45714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2208" name="Titel 2">
            <a:extLst>
              <a:ext uri="{FF2B5EF4-FFF2-40B4-BE49-F238E27FC236}">
                <a16:creationId xmlns:a16="http://schemas.microsoft.com/office/drawing/2014/main" id="{E190BF3B-6413-1E96-C335-83907DC6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981075"/>
            <a:ext cx="10160000" cy="714375"/>
          </a:xfrm>
        </p:spPr>
        <p:txBody>
          <a:bodyPr/>
          <a:lstStyle/>
          <a:p>
            <a:r>
              <a:rPr lang="en-US" altLang="sv-SE"/>
              <a:t>Headline Table</a:t>
            </a:r>
          </a:p>
        </p:txBody>
      </p:sp>
      <p:sp>
        <p:nvSpPr>
          <p:cNvPr id="92209" name="BainBulletsConfiguration" hidden="1">
            <a:extLst>
              <a:ext uri="{FF2B5EF4-FFF2-40B4-BE49-F238E27FC236}">
                <a16:creationId xmlns:a16="http://schemas.microsoft.com/office/drawing/2014/main" id="{21884755-D291-D15A-BEA9-933805614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14605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BainBulletsConfiguration" hidden="1">
            <a:extLst>
              <a:ext uri="{FF2B5EF4-FFF2-40B4-BE49-F238E27FC236}">
                <a16:creationId xmlns:a16="http://schemas.microsoft.com/office/drawing/2014/main" id="{4B719D2D-29B3-D45B-77F2-77CBAF837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12700"/>
            <a:ext cx="88900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94211" name="Titel 3">
            <a:extLst>
              <a:ext uri="{FF2B5EF4-FFF2-40B4-BE49-F238E27FC236}">
                <a16:creationId xmlns:a16="http://schemas.microsoft.com/office/drawing/2014/main" id="{4EB0C063-5803-FD68-DED4-4B4CFF5C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1854200"/>
            <a:ext cx="10639425" cy="984250"/>
          </a:xfrm>
        </p:spPr>
        <p:txBody>
          <a:bodyPr/>
          <a:lstStyle/>
          <a:p>
            <a:endParaRPr lang="en-US" altLang="sv-S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el 2">
            <a:extLst>
              <a:ext uri="{FF2B5EF4-FFF2-40B4-BE49-F238E27FC236}">
                <a16:creationId xmlns:a16="http://schemas.microsoft.com/office/drawing/2014/main" id="{73AF06F1-8C7A-C6F1-598A-05A96814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1854200"/>
            <a:ext cx="10639425" cy="984250"/>
          </a:xfrm>
        </p:spPr>
        <p:txBody>
          <a:bodyPr/>
          <a:lstStyle/>
          <a:p>
            <a:endParaRPr lang="sv-SE" altLang="sv-S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platzhalter 1">
            <a:extLst>
              <a:ext uri="{FF2B5EF4-FFF2-40B4-BE49-F238E27FC236}">
                <a16:creationId xmlns:a16="http://schemas.microsoft.com/office/drawing/2014/main" id="{8451A26F-E1B2-396C-3731-12DD7D3719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>
          <a:xfrm>
            <a:off x="449263" y="2787650"/>
            <a:ext cx="10606087" cy="650875"/>
          </a:xfrm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" panose="020F0502020204030204" pitchFamily="34" charset="0"/>
            </a:endParaRPr>
          </a:p>
        </p:txBody>
      </p:sp>
      <p:sp>
        <p:nvSpPr>
          <p:cNvPr id="97283" name="Textplatzhalter 2">
            <a:extLst>
              <a:ext uri="{FF2B5EF4-FFF2-40B4-BE49-F238E27FC236}">
                <a16:creationId xmlns:a16="http://schemas.microsoft.com/office/drawing/2014/main" id="{5114DF66-9649-8064-EA73-A06D52C7C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449263" y="5938838"/>
            <a:ext cx="10636250" cy="369887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40C71B-7ACD-62F3-83FC-981D77E535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013" y="2384425"/>
            <a:ext cx="7977187" cy="3698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7285" name="BainBulletsConfiguration" hidden="1">
            <a:extLst>
              <a:ext uri="{FF2B5EF4-FFF2-40B4-BE49-F238E27FC236}">
                <a16:creationId xmlns:a16="http://schemas.microsoft.com/office/drawing/2014/main" id="{19B2A346-2A39-8DD2-CF3B-8C8A0C19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12700"/>
            <a:ext cx="14605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34BA91D-FBEE-A5C5-FA14-A69FE89EBF4E}"/>
              </a:ext>
            </a:extLst>
          </p:cNvPr>
          <p:cNvSpPr/>
          <p:nvPr/>
        </p:nvSpPr>
        <p:spPr>
          <a:xfrm rot="21028962">
            <a:off x="2336800" y="2500313"/>
            <a:ext cx="7518400" cy="185737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>
            <a:spAutoFit/>
          </a:bodyPr>
          <a:lstStyle>
            <a:defPPr>
              <a:defRPr lang="de-DE"/>
            </a:defPPr>
            <a:lvl1pPr marL="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1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74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33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92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5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0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6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dirty="0">
                <a:solidFill>
                  <a:schemeClr val="bg1"/>
                </a:solidFill>
              </a:rPr>
              <a:t>CO-BRANDING SLIDES - ONLY FOR INTERNAL USE!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6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A set structure in regards to presentation and naming is available for logos of </a:t>
            </a:r>
            <a:r>
              <a:rPr lang="en-US" sz="1200" i="1" u="sng" dirty="0">
                <a:solidFill>
                  <a:schemeClr val="bg1"/>
                </a:solidFill>
              </a:rPr>
              <a:t>internal</a:t>
            </a:r>
            <a:r>
              <a:rPr lang="en-US" sz="1200" i="1" dirty="0">
                <a:solidFill>
                  <a:schemeClr val="bg1"/>
                </a:solidFill>
              </a:rPr>
              <a:t> programs and projects.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This can be created or adapted  in the slide master.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The usage for external business partnering is prohibited specifically.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In this particular case please contact the marketing department.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See Brand Portal for more information about Co-Branding.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BainBulletsConfiguration" hidden="1">
            <a:extLst>
              <a:ext uri="{FF2B5EF4-FFF2-40B4-BE49-F238E27FC236}">
                <a16:creationId xmlns:a16="http://schemas.microsoft.com/office/drawing/2014/main" id="{2C1EDBC0-43AE-93EA-9999-23E175797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12700"/>
            <a:ext cx="14605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621B2A6-E4B6-EC69-A921-6CD5E8BF29D3}"/>
              </a:ext>
            </a:extLst>
          </p:cNvPr>
          <p:cNvSpPr/>
          <p:nvPr/>
        </p:nvSpPr>
        <p:spPr>
          <a:xfrm rot="21028962">
            <a:off x="2336800" y="2500313"/>
            <a:ext cx="7518400" cy="185737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>
            <a:spAutoFit/>
          </a:bodyPr>
          <a:lstStyle>
            <a:defPPr>
              <a:defRPr lang="de-DE"/>
            </a:defPPr>
            <a:lvl1pPr marL="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1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74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33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92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5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0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6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dirty="0">
                <a:solidFill>
                  <a:schemeClr val="bg1"/>
                </a:solidFill>
              </a:rPr>
              <a:t>CO-BRANDING SLIDES - ONLY FOR INTERNAL USE!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6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A set structure in regards to presentation and naming is available for logos of </a:t>
            </a:r>
            <a:r>
              <a:rPr lang="en-US" sz="1200" i="1" u="sng" dirty="0">
                <a:solidFill>
                  <a:schemeClr val="bg1"/>
                </a:solidFill>
              </a:rPr>
              <a:t>internal</a:t>
            </a:r>
            <a:r>
              <a:rPr lang="en-US" sz="1200" i="1" dirty="0">
                <a:solidFill>
                  <a:schemeClr val="bg1"/>
                </a:solidFill>
              </a:rPr>
              <a:t> programs and projects.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This can be created or adapted  in the slide master.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The usage for external business partnering is prohibited specifically.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In this particular case please contact the marketing department.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See Brand Portal for more information about Co-Branding.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platzhalter 1">
            <a:extLst>
              <a:ext uri="{FF2B5EF4-FFF2-40B4-BE49-F238E27FC236}">
                <a16:creationId xmlns:a16="http://schemas.microsoft.com/office/drawing/2014/main" id="{A67EFD1C-D7D2-AD13-0F31-378AAF27ED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>
          <a:xfrm>
            <a:off x="449263" y="2787650"/>
            <a:ext cx="10606087" cy="650875"/>
          </a:xfrm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" panose="020F0502020204030204" pitchFamily="34" charset="0"/>
            </a:endParaRPr>
          </a:p>
        </p:txBody>
      </p:sp>
      <p:sp>
        <p:nvSpPr>
          <p:cNvPr id="101379" name="Textplatzhalter 2">
            <a:extLst>
              <a:ext uri="{FF2B5EF4-FFF2-40B4-BE49-F238E27FC236}">
                <a16:creationId xmlns:a16="http://schemas.microsoft.com/office/drawing/2014/main" id="{98912C4B-8978-11C2-D7B1-CD842B961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449263" y="5938838"/>
            <a:ext cx="10636250" cy="369887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7DFDFA-7FE8-7291-905D-3F4FBD7111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013" y="2384425"/>
            <a:ext cx="7977187" cy="3698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1381" name="BainBulletsConfiguration" hidden="1">
            <a:extLst>
              <a:ext uri="{FF2B5EF4-FFF2-40B4-BE49-F238E27FC236}">
                <a16:creationId xmlns:a16="http://schemas.microsoft.com/office/drawing/2014/main" id="{7D1D5D85-3159-2042-AA23-DB7389B59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12700"/>
            <a:ext cx="14605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66C51D-CDE1-0658-CE2B-02D942F6853A}"/>
              </a:ext>
            </a:extLst>
          </p:cNvPr>
          <p:cNvSpPr/>
          <p:nvPr/>
        </p:nvSpPr>
        <p:spPr>
          <a:xfrm rot="21028962">
            <a:off x="2336800" y="2500313"/>
            <a:ext cx="7518400" cy="185737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>
            <a:spAutoFit/>
          </a:bodyPr>
          <a:lstStyle>
            <a:defPPr>
              <a:defRPr lang="de-DE"/>
            </a:defPPr>
            <a:lvl1pPr marL="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1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74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33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92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5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0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6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dirty="0">
                <a:solidFill>
                  <a:schemeClr val="bg1"/>
                </a:solidFill>
              </a:rPr>
              <a:t>CO-BRANDING SLIDES - ONLY FOR INTERNAL USE!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6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A set structure in regards to presentation and naming is available for logos of </a:t>
            </a:r>
            <a:r>
              <a:rPr lang="en-US" sz="1200" i="1" u="sng" dirty="0">
                <a:solidFill>
                  <a:schemeClr val="bg1"/>
                </a:solidFill>
              </a:rPr>
              <a:t>internal</a:t>
            </a:r>
            <a:r>
              <a:rPr lang="en-US" sz="1200" i="1" dirty="0">
                <a:solidFill>
                  <a:schemeClr val="bg1"/>
                </a:solidFill>
              </a:rPr>
              <a:t> programs and projects.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This can be created or adapted  in the slide master.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The usage for external business partnering is prohibited specifically.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In this particular case please contact the marketing department.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See Brand Portal for more information about Co-Branding.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BainBulletsConfiguration" hidden="1">
            <a:extLst>
              <a:ext uri="{FF2B5EF4-FFF2-40B4-BE49-F238E27FC236}">
                <a16:creationId xmlns:a16="http://schemas.microsoft.com/office/drawing/2014/main" id="{54F1AD50-82E8-C09C-8E4F-0E3C7413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12700"/>
            <a:ext cx="14605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31D94DD-7E97-8CA9-CF15-0430692E372B}"/>
              </a:ext>
            </a:extLst>
          </p:cNvPr>
          <p:cNvSpPr/>
          <p:nvPr/>
        </p:nvSpPr>
        <p:spPr>
          <a:xfrm rot="21028962">
            <a:off x="2336800" y="2500313"/>
            <a:ext cx="7518400" cy="185737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>
            <a:spAutoFit/>
          </a:bodyPr>
          <a:lstStyle>
            <a:defPPr>
              <a:defRPr lang="de-DE"/>
            </a:defPPr>
            <a:lvl1pPr marL="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1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74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33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92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5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0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6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dirty="0">
                <a:solidFill>
                  <a:schemeClr val="bg1"/>
                </a:solidFill>
              </a:rPr>
              <a:t>CO-BRANDING SLIDES - ONLY FOR INTERNAL USE!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6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A set structure in regards to presentation and naming is available for logos of </a:t>
            </a:r>
            <a:r>
              <a:rPr lang="en-US" sz="1200" i="1" u="sng" dirty="0">
                <a:solidFill>
                  <a:schemeClr val="bg1"/>
                </a:solidFill>
              </a:rPr>
              <a:t>internal</a:t>
            </a:r>
            <a:r>
              <a:rPr lang="en-US" sz="1200" i="1" dirty="0">
                <a:solidFill>
                  <a:schemeClr val="bg1"/>
                </a:solidFill>
              </a:rPr>
              <a:t> programs and projects.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This can be created or adapted  in the slide master.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The usage for external business partnering is prohibited specifically.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In this particular case please contact the marketing department.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See Brand Portal for more information about Co-Branding.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platzhalter 1">
            <a:extLst>
              <a:ext uri="{FF2B5EF4-FFF2-40B4-BE49-F238E27FC236}">
                <a16:creationId xmlns:a16="http://schemas.microsoft.com/office/drawing/2014/main" id="{3890B663-C5FF-7A0B-6CA8-9F03D78E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>
          <a:xfrm>
            <a:off x="449263" y="2787650"/>
            <a:ext cx="10606087" cy="650875"/>
          </a:xfrm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sv-SE">
              <a:latin typeface="Calibri" panose="020F0502020204030204" pitchFamily="34" charset="0"/>
            </a:endParaRPr>
          </a:p>
        </p:txBody>
      </p:sp>
      <p:sp>
        <p:nvSpPr>
          <p:cNvPr id="105475" name="Textplatzhalter 2">
            <a:extLst>
              <a:ext uri="{FF2B5EF4-FFF2-40B4-BE49-F238E27FC236}">
                <a16:creationId xmlns:a16="http://schemas.microsoft.com/office/drawing/2014/main" id="{BCE8BDC7-714A-8AA5-6789-3779CFD0BA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449263" y="5938838"/>
            <a:ext cx="10636250" cy="369887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altLang="sv-S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063E74-E5CB-CD87-B12F-5C36AC84ED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013" y="2384425"/>
            <a:ext cx="7977187" cy="3698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5477" name="BainBulletsConfiguration" hidden="1">
            <a:extLst>
              <a:ext uri="{FF2B5EF4-FFF2-40B4-BE49-F238E27FC236}">
                <a16:creationId xmlns:a16="http://schemas.microsoft.com/office/drawing/2014/main" id="{C839243A-B868-BFAB-FEF6-84A700560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12700"/>
            <a:ext cx="14605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D3197EA-4C68-5589-87B8-B9E3D5760D4F}"/>
              </a:ext>
            </a:extLst>
          </p:cNvPr>
          <p:cNvSpPr/>
          <p:nvPr/>
        </p:nvSpPr>
        <p:spPr>
          <a:xfrm rot="21028962">
            <a:off x="2336800" y="2500313"/>
            <a:ext cx="7518400" cy="185737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>
            <a:spAutoFit/>
          </a:bodyPr>
          <a:lstStyle>
            <a:defPPr>
              <a:defRPr lang="de-DE"/>
            </a:defPPr>
            <a:lvl1pPr marL="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1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74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33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92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5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0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6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dirty="0">
                <a:solidFill>
                  <a:schemeClr val="bg1"/>
                </a:solidFill>
              </a:rPr>
              <a:t>CO-BRANDING SLIDES - ONLY FOR INTERNAL USE!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6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A set structure in regards to presentation and naming is available for logos of </a:t>
            </a:r>
            <a:r>
              <a:rPr lang="en-US" sz="1200" i="1" u="sng" dirty="0">
                <a:solidFill>
                  <a:schemeClr val="bg1"/>
                </a:solidFill>
              </a:rPr>
              <a:t>internal</a:t>
            </a:r>
            <a:r>
              <a:rPr lang="en-US" sz="1200" i="1" dirty="0">
                <a:solidFill>
                  <a:schemeClr val="bg1"/>
                </a:solidFill>
              </a:rPr>
              <a:t> programs and projects.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This can be created or adapted  in the slide master.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The usage for external business partnering is prohibited specifically.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In this particular case please contact the marketing department.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See Brand Portal for more information about Co-Branding.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BainBulletsConfiguration" hidden="1">
            <a:extLst>
              <a:ext uri="{FF2B5EF4-FFF2-40B4-BE49-F238E27FC236}">
                <a16:creationId xmlns:a16="http://schemas.microsoft.com/office/drawing/2014/main" id="{22684A48-93A9-E9BF-4F9C-104A755C6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12700"/>
            <a:ext cx="14605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sv-SE" sz="100">
              <a:solidFill>
                <a:srgbClr val="FFFFFF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8EBE2FF-A33B-91A3-6A78-BEDA7226626D}"/>
              </a:ext>
            </a:extLst>
          </p:cNvPr>
          <p:cNvSpPr/>
          <p:nvPr/>
        </p:nvSpPr>
        <p:spPr>
          <a:xfrm rot="21028962">
            <a:off x="2336800" y="2500313"/>
            <a:ext cx="7518400" cy="185737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>
            <a:spAutoFit/>
          </a:bodyPr>
          <a:lstStyle>
            <a:defPPr>
              <a:defRPr lang="de-DE"/>
            </a:defPPr>
            <a:lvl1pPr marL="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1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74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33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92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50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08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66" algn="l" defTabSz="45715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dirty="0">
                <a:solidFill>
                  <a:schemeClr val="bg1"/>
                </a:solidFill>
              </a:rPr>
              <a:t>CO-BRANDING SLIDES - ONLY FOR INTERNAL USE!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6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A set structure in regards to presentation and naming is available for logos of </a:t>
            </a:r>
            <a:r>
              <a:rPr lang="en-US" sz="1200" i="1" u="sng" dirty="0">
                <a:solidFill>
                  <a:schemeClr val="bg1"/>
                </a:solidFill>
              </a:rPr>
              <a:t>internal</a:t>
            </a:r>
            <a:r>
              <a:rPr lang="en-US" sz="1200" i="1" dirty="0">
                <a:solidFill>
                  <a:schemeClr val="bg1"/>
                </a:solidFill>
              </a:rPr>
              <a:t> programs and projects.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This can be created or adapted  in the slide master.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The usage for external business partnering is prohibited specifically.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In this particular case please contact the marketing department.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200" i="1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schemeClr val="bg1"/>
                </a:solidFill>
              </a:rPr>
              <a:t>See Brand Portal for more information about Co-Branding.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FORMATS" val="&lt;?xml version=&quot;1.0&quot; encoding=&quot;utf-8&quot;?&gt;&lt;MekkoFormats&gt;&lt;NumberFormat DecimalSeparator=&quot;,&quot; ThousandSeparator=&quot;.&quot; NegativeNumberFormat=&quot;1&quot; /&gt;&lt;/MekkoFormats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UKA Logo">
  <a:themeElements>
    <a:clrScheme name="KUKA-Designfarben">
      <a:dk1>
        <a:srgbClr val="737B82"/>
      </a:dk1>
      <a:lt1>
        <a:sysClr val="window" lastClr="FFFFFF"/>
      </a:lt1>
      <a:dk2>
        <a:srgbClr val="ABB0B4"/>
      </a:dk2>
      <a:lt2>
        <a:srgbClr val="F2F2F2"/>
      </a:lt2>
      <a:accent1>
        <a:srgbClr val="A4A7AA"/>
      </a:accent1>
      <a:accent2>
        <a:srgbClr val="2B5885"/>
      </a:accent2>
      <a:accent3>
        <a:srgbClr val="2B3035"/>
      </a:accent3>
      <a:accent4>
        <a:srgbClr val="676C71"/>
      </a:accent4>
      <a:accent5>
        <a:srgbClr val="B8D0E8"/>
      </a:accent5>
      <a:accent6>
        <a:srgbClr val="FF5800"/>
      </a:accent6>
      <a:hlink>
        <a:srgbClr val="E4E5E6"/>
      </a:hlink>
      <a:folHlink>
        <a:srgbClr val="737B82"/>
      </a:folHlink>
    </a:clrScheme>
    <a:fontScheme name="KUK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  <a:tileRect/>
        </a:gradFill>
        <a:ln>
          <a:noFill/>
        </a:ln>
        <a:effectLst/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ll – PowerPoint.potx" id="{B91BC720-00F4-461A-80F2-B6FA27B0A210}" vid="{CC77AD13-3237-4EC3-BB59-A417400E3B1A}"/>
    </a:ext>
  </a:extLst>
</a:theme>
</file>

<file path=ppt/theme/theme2.xml><?xml version="1.0" encoding="utf-8"?>
<a:theme xmlns:a="http://schemas.openxmlformats.org/drawingml/2006/main" name="KUKA Mission Statement">
  <a:themeElements>
    <a:clrScheme name="KUKA-Designfarben">
      <a:dk1>
        <a:srgbClr val="737B82"/>
      </a:dk1>
      <a:lt1>
        <a:sysClr val="window" lastClr="FFFFFF"/>
      </a:lt1>
      <a:dk2>
        <a:srgbClr val="ABB0B4"/>
      </a:dk2>
      <a:lt2>
        <a:srgbClr val="F2F2F2"/>
      </a:lt2>
      <a:accent1>
        <a:srgbClr val="A4A7AA"/>
      </a:accent1>
      <a:accent2>
        <a:srgbClr val="2B5885"/>
      </a:accent2>
      <a:accent3>
        <a:srgbClr val="2B3035"/>
      </a:accent3>
      <a:accent4>
        <a:srgbClr val="676C71"/>
      </a:accent4>
      <a:accent5>
        <a:srgbClr val="B8D0E8"/>
      </a:accent5>
      <a:accent6>
        <a:srgbClr val="FF5800"/>
      </a:accent6>
      <a:hlink>
        <a:srgbClr val="E4E5E6"/>
      </a:hlink>
      <a:folHlink>
        <a:srgbClr val="737B82"/>
      </a:folHlink>
    </a:clrScheme>
    <a:fontScheme name="KUK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  <a:tileRect/>
        </a:gradFill>
        <a:ln>
          <a:noFill/>
        </a:ln>
        <a:effectLst/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ll – PowerPoint.potx" id="{B91BC720-00F4-461A-80F2-B6FA27B0A210}" vid="{B4B806F6-2F70-4497-985E-F0FF03A4AD18}"/>
    </a:ext>
  </a:extLst>
</a:theme>
</file>

<file path=ppt/theme/theme3.xml><?xml version="1.0" encoding="utf-8"?>
<a:theme xmlns:a="http://schemas.openxmlformats.org/drawingml/2006/main" name="KUKA Slide master white">
  <a:themeElements>
    <a:clrScheme name="KUKA-Designfarben">
      <a:dk1>
        <a:srgbClr val="737B82"/>
      </a:dk1>
      <a:lt1>
        <a:sysClr val="window" lastClr="FFFFFF"/>
      </a:lt1>
      <a:dk2>
        <a:srgbClr val="ABB0B4"/>
      </a:dk2>
      <a:lt2>
        <a:srgbClr val="F2F2F2"/>
      </a:lt2>
      <a:accent1>
        <a:srgbClr val="A4A7AA"/>
      </a:accent1>
      <a:accent2>
        <a:srgbClr val="2B5885"/>
      </a:accent2>
      <a:accent3>
        <a:srgbClr val="2B3035"/>
      </a:accent3>
      <a:accent4>
        <a:srgbClr val="676C71"/>
      </a:accent4>
      <a:accent5>
        <a:srgbClr val="B8D0E8"/>
      </a:accent5>
      <a:accent6>
        <a:srgbClr val="FF5800"/>
      </a:accent6>
      <a:hlink>
        <a:srgbClr val="737B82"/>
      </a:hlink>
      <a:folHlink>
        <a:srgbClr val="E4E5E6"/>
      </a:folHlink>
    </a:clrScheme>
    <a:fontScheme name="KUK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  <a:tileRect/>
        </a:gradFill>
        <a:ln>
          <a:noFill/>
        </a:ln>
        <a:effectLst/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tIns="36000" rIns="72000" bIns="36000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ll – PowerPoint.potx" id="{B91BC720-00F4-461A-80F2-B6FA27B0A210}" vid="{D4B4CEA0-6B7B-413D-A941-60632251B08F}"/>
    </a:ext>
  </a:extLst>
</a:theme>
</file>

<file path=ppt/theme/theme4.xml><?xml version="1.0" encoding="utf-8"?>
<a:theme xmlns:a="http://schemas.openxmlformats.org/drawingml/2006/main" name="Co-Branding-Master">
  <a:themeElements>
    <a:clrScheme name="KUKA-Designfarben">
      <a:dk1>
        <a:srgbClr val="737B82"/>
      </a:dk1>
      <a:lt1>
        <a:sysClr val="window" lastClr="FFFFFF"/>
      </a:lt1>
      <a:dk2>
        <a:srgbClr val="ABB0B4"/>
      </a:dk2>
      <a:lt2>
        <a:srgbClr val="F2F2F2"/>
      </a:lt2>
      <a:accent1>
        <a:srgbClr val="A4A7AA"/>
      </a:accent1>
      <a:accent2>
        <a:srgbClr val="2B5885"/>
      </a:accent2>
      <a:accent3>
        <a:srgbClr val="2B3035"/>
      </a:accent3>
      <a:accent4>
        <a:srgbClr val="676C71"/>
      </a:accent4>
      <a:accent5>
        <a:srgbClr val="B8D0E8"/>
      </a:accent5>
      <a:accent6>
        <a:srgbClr val="FF5800"/>
      </a:accent6>
      <a:hlink>
        <a:srgbClr val="737B82"/>
      </a:hlink>
      <a:folHlink>
        <a:srgbClr val="E4E5E6"/>
      </a:folHlink>
    </a:clrScheme>
    <a:fontScheme name="KUK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  <a:tileRect/>
        </a:gradFill>
        <a:ln>
          <a:noFill/>
        </a:ln>
        <a:effectLst/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tIns="36000" rIns="72000" bIns="36000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ll – PowerPoint.potx" id="{B91BC720-00F4-461A-80F2-B6FA27B0A210}" vid="{A0DC2B6C-31EA-4793-9677-42622BCEC8D4}"/>
    </a:ext>
  </a:extLst>
</a:theme>
</file>

<file path=ppt/theme/theme5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E3E3A73FC6C449A521D2F485D259F1" ma:contentTypeVersion="3" ma:contentTypeDescription="Create a new document." ma:contentTypeScope="" ma:versionID="a8ed8aa5a29d4f1f949bedd0954d961b">
  <xsd:schema xmlns:xsd="http://www.w3.org/2001/XMLSchema" xmlns:xs="http://www.w3.org/2001/XMLSchema" xmlns:p="http://schemas.microsoft.com/office/2006/metadata/properties" xmlns:ns2="afc0b461-e7c1-4f93-85df-dc51703e2b6b" targetNamespace="http://schemas.microsoft.com/office/2006/metadata/properties" ma:root="true" ma:fieldsID="c554dab839469525f0a0b25bbae847e8" ns2:_="">
    <xsd:import namespace="afc0b461-e7c1-4f93-85df-dc51703e2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Va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0b461-e7c1-4f93-85df-dc51703e2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Vad" ma:index="10" nillable="true" ma:displayName="Vad" ma:format="Dropdown" ma:internalName="Vad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ad xmlns="afc0b461-e7c1-4f93-85df-dc51703e2b6b">Mall</Vad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635E43-D6A5-4740-B686-5CB63E058C81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DCC64C33-6E96-4510-BA4D-4161C9F8FD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c0b461-e7c1-4f93-85df-dc51703e2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7CDEB1-42CA-4DEB-BB95-91C2E1EDF9E4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afc0b461-e7c1-4f93-85df-dc51703e2b6b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D71FB4E3-DECC-40D1-BD24-6202144513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Mall – PowerPoint</Template>
  <TotalTime>81</TotalTime>
  <Words>780</Words>
  <Application>Microsoft Office PowerPoint</Application>
  <PresentationFormat>Bredbild</PresentationFormat>
  <Paragraphs>190</Paragraphs>
  <Slides>40</Slides>
  <Notes>34</Notes>
  <HiddenSlides>0</HiddenSlides>
  <MMClips>0</MMClips>
  <ScaleCrop>false</ScaleCrop>
  <HeadingPairs>
    <vt:vector size="8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4</vt:i4>
      </vt:variant>
      <vt:variant>
        <vt:lpstr>Serverprogram för OLE-inbäddning</vt:lpstr>
      </vt:variant>
      <vt:variant>
        <vt:i4>2</vt:i4>
      </vt:variant>
      <vt:variant>
        <vt:lpstr>Bildrubriker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Light</vt:lpstr>
      <vt:lpstr>Symbol</vt:lpstr>
      <vt:lpstr>KUKA Logo</vt:lpstr>
      <vt:lpstr>KUKA Mission Statement</vt:lpstr>
      <vt:lpstr>KUKA Slide master white</vt:lpstr>
      <vt:lpstr>Co-Branding-Master</vt:lpstr>
      <vt:lpstr>think-cell Slide</vt:lpstr>
      <vt:lpstr>Chart</vt:lpstr>
      <vt:lpstr>PowerPoint-presentation</vt:lpstr>
      <vt:lpstr>AMR Fleet Standard API</vt:lpstr>
      <vt:lpstr>PowerPoint-presentation</vt:lpstr>
      <vt:lpstr>PowerPoint-presentation</vt:lpstr>
      <vt:lpstr>PowerPoint-presentation</vt:lpstr>
      <vt:lpstr>PowerPoint-presentation</vt:lpstr>
      <vt:lpstr>Client Side              Server Side</vt:lpstr>
      <vt:lpstr>PowerPoint-presentation</vt:lpstr>
      <vt:lpstr>PowerPoint-presentation</vt:lpstr>
      <vt:lpstr>PowerPoint-presentation</vt:lpstr>
      <vt:lpstr>Headline page with Bullet points</vt:lpstr>
      <vt:lpstr>Headline Structure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Colors</vt:lpstr>
      <vt:lpstr>Headline Pie Chart</vt:lpstr>
      <vt:lpstr>Headline Circle Chart</vt:lpstr>
      <vt:lpstr>Headline Bar Chart</vt:lpstr>
      <vt:lpstr>Headline Histogram</vt:lpstr>
      <vt:lpstr>Headline Line Chart</vt:lpstr>
      <vt:lpstr>Headline Chart Overview</vt:lpstr>
      <vt:lpstr>Headline Table</vt:lpstr>
      <vt:lpstr>Headline Table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Nilsson</dc:creator>
  <cp:lastModifiedBy>Daniel Nilsson</cp:lastModifiedBy>
  <cp:revision>1</cp:revision>
  <cp:lastPrinted>2015-01-07T13:50:29Z</cp:lastPrinted>
  <dcterms:created xsi:type="dcterms:W3CDTF">2024-10-30T14:41:37Z</dcterms:created>
  <dcterms:modified xsi:type="dcterms:W3CDTF">2024-10-30T16:02:41Z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0x0101007CB523845E13A2469B6D21C60A96E099</vt:lpwstr>
  </property>
  <property fmtid="{D5CDD505-2E9C-101B-9397-08002B2CF9AE}" pid="3" name="KukaCompany">
    <vt:lpwstr>2;#Gesamtkonzern|702b5c62-9db0-4811-ad0f-cc7253cf7e05</vt:lpwstr>
  </property>
  <property fmtid="{D5CDD505-2E9C-101B-9397-08002B2CF9AE}" pid="4" name="Order">
    <vt:r8>22600</vt:r8>
  </property>
  <property fmtid="{D5CDD505-2E9C-101B-9397-08002B2CF9AE}" pid="5" name="TemplateUrl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n42518186fd547eba3aa965d20e92736">
    <vt:lpwstr>Gesamtkonzern|702b5c62-9db0-4811-ad0f-cc7253cf7e05</vt:lpwstr>
  </property>
  <property fmtid="{D5CDD505-2E9C-101B-9397-08002B2CF9AE}" pid="11" name="Kategorie">
    <vt:lpwstr>Templates</vt:lpwstr>
  </property>
  <property fmtid="{D5CDD505-2E9C-101B-9397-08002B2CF9AE}" pid="12" name="VariationsItemGroupID">
    <vt:lpwstr>969042ed-70f2-41a1-a7ba-00ccb5262d79</vt:lpwstr>
  </property>
  <property fmtid="{D5CDD505-2E9C-101B-9397-08002B2CF9AE}" pid="13" name="TaxCatchAll">
    <vt:lpwstr>2;#</vt:lpwstr>
  </property>
  <property fmtid="{D5CDD505-2E9C-101B-9397-08002B2CF9AE}" pid="14" name="Unterkategorie">
    <vt:lpwstr/>
  </property>
  <property fmtid="{D5CDD505-2E9C-101B-9397-08002B2CF9AE}" pid="15" name="Format">
    <vt:lpwstr/>
  </property>
  <property fmtid="{D5CDD505-2E9C-101B-9397-08002B2CF9AE}" pid="16" name="MSIP_Label_1b46921f-d37c-4222-b9ef-5dad63b5080a_Enabled">
    <vt:lpwstr>true</vt:lpwstr>
  </property>
  <property fmtid="{D5CDD505-2E9C-101B-9397-08002B2CF9AE}" pid="17" name="MSIP_Label_1b46921f-d37c-4222-b9ef-5dad63b5080a_SetDate">
    <vt:lpwstr>2023-11-02T10:26:27Z</vt:lpwstr>
  </property>
  <property fmtid="{D5CDD505-2E9C-101B-9397-08002B2CF9AE}" pid="18" name="MSIP_Label_1b46921f-d37c-4222-b9ef-5dad63b5080a_Method">
    <vt:lpwstr>Privileged</vt:lpwstr>
  </property>
  <property fmtid="{D5CDD505-2E9C-101B-9397-08002B2CF9AE}" pid="19" name="MSIP_Label_1b46921f-d37c-4222-b9ef-5dad63b5080a_Name">
    <vt:lpwstr>Internal_</vt:lpwstr>
  </property>
  <property fmtid="{D5CDD505-2E9C-101B-9397-08002B2CF9AE}" pid="20" name="MSIP_Label_1b46921f-d37c-4222-b9ef-5dad63b5080a_SiteId">
    <vt:lpwstr>5a5c4bcf-d285-44af-8f19-ca72d454f6f7</vt:lpwstr>
  </property>
  <property fmtid="{D5CDD505-2E9C-101B-9397-08002B2CF9AE}" pid="21" name="MSIP_Label_1b46921f-d37c-4222-b9ef-5dad63b5080a_ActionId">
    <vt:lpwstr>fe7f9a04-42c4-49ef-a391-8a15ee17b80b</vt:lpwstr>
  </property>
  <property fmtid="{D5CDD505-2E9C-101B-9397-08002B2CF9AE}" pid="22" name="MSIP_Label_1b46921f-d37c-4222-b9ef-5dad63b5080a_ContentBits">
    <vt:lpwstr>2</vt:lpwstr>
  </property>
  <property fmtid="{D5CDD505-2E9C-101B-9397-08002B2CF9AE}" pid="23" name="ClassificationContentMarkingFooterLocations">
    <vt:lpwstr>KUKA Logo:3\KUKA Mission Statement:3\KUKA Slide master white:3\Co-Branding-Master:3</vt:lpwstr>
  </property>
  <property fmtid="{D5CDD505-2E9C-101B-9397-08002B2CF9AE}" pid="24" name="ClassificationContentMarkingFooterText">
    <vt:lpwstr>Internal</vt:lpwstr>
  </property>
</Properties>
</file>